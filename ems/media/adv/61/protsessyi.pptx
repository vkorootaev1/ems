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736" r:id="rId1"/>
  </p:sldMasterIdLst>
  <p:notesMasterIdLst>
    <p:notesMasterId r:id="rId15"/>
  </p:notesMasterIdLst>
  <p:handoutMasterIdLst>
    <p:handoutMasterId r:id="rId16"/>
  </p:handoutMasterIdLst>
  <p:sldIdLst>
    <p:sldId id="306" r:id="rId2"/>
    <p:sldId id="1337" r:id="rId3"/>
    <p:sldId id="1346" r:id="rId4"/>
    <p:sldId id="1347" r:id="rId5"/>
    <p:sldId id="1348" r:id="rId6"/>
    <p:sldId id="1349" r:id="rId7"/>
    <p:sldId id="1350" r:id="rId8"/>
    <p:sldId id="1351" r:id="rId9"/>
    <p:sldId id="1083" r:id="rId10"/>
    <p:sldId id="1338" r:id="rId11"/>
    <p:sldId id="1344" r:id="rId12"/>
    <p:sldId id="1352" r:id="rId13"/>
    <p:sldId id="1353" r:id="rId14"/>
  </p:sldIdLst>
  <p:sldSz cx="12192000" cy="6858000"/>
  <p:notesSz cx="6858000" cy="9144000"/>
  <p:embeddedFontLst>
    <p:embeddedFont>
      <p:font typeface="Montserrat" panose="00000500000000000000" pitchFamily="2" charset="-52"/>
      <p:regular r:id="rId17"/>
      <p:bold r:id="rId18"/>
      <p:italic r:id="rId19"/>
      <p:boldItalic r:id="rId20"/>
    </p:embeddedFont>
    <p:embeddedFont>
      <p:font typeface="Montserrat Black" panose="00000A00000000000000" pitchFamily="2" charset="-52"/>
      <p:bold r:id="rId21"/>
      <p:boldItalic r:id="rId22"/>
    </p:embeddedFont>
    <p:embeddedFont>
      <p:font typeface="Montserrat Light" panose="00000400000000000000" pitchFamily="2" charset="-52"/>
      <p:regular r:id="rId23"/>
      <p:italic r:id="rId24"/>
    </p:embeddedFont>
    <p:embeddedFont>
      <p:font typeface="Montserrat Medium" panose="00000600000000000000" pitchFamily="2" charset="-52"/>
      <p:regular r:id="rId25"/>
      <p:italic r:id="rId26"/>
    </p:embeddedFont>
    <p:embeddedFont>
      <p:font typeface="Montserrat SemiBold" panose="00000700000000000000" pitchFamily="2" charset="-52"/>
      <p:bold r:id="rId27"/>
      <p:boldItalic r:id="rId2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16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40" userDrawn="1">
          <p15:clr>
            <a:srgbClr val="A4A3A4"/>
          </p15:clr>
        </p15:guide>
        <p15:guide id="4" pos="40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39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  <p:cmAuthor id="2" name="Slizh, Iuliia S." initials="SIS" lastIdx="25" clrIdx="1">
    <p:extLst>
      <p:ext uri="{19B8F6BF-5375-455C-9EA6-DF929625EA0E}">
        <p15:presenceInfo xmlns:p15="http://schemas.microsoft.com/office/powerpoint/2012/main" userId="828793ec-3707-4f9e-b219-fb299ed0b75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4346"/>
    <a:srgbClr val="293240"/>
    <a:srgbClr val="686E78"/>
    <a:srgbClr val="E83C40"/>
    <a:srgbClr val="000000"/>
    <a:srgbClr val="152B35"/>
    <a:srgbClr val="CC7C01"/>
    <a:srgbClr val="DB8601"/>
    <a:srgbClr val="D493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86418"/>
  </p:normalViewPr>
  <p:slideViewPr>
    <p:cSldViewPr snapToGrid="0" snapToObjects="1">
      <p:cViewPr varScale="1">
        <p:scale>
          <a:sx n="57" d="100"/>
          <a:sy n="57" d="100"/>
        </p:scale>
        <p:origin x="1084" y="52"/>
      </p:cViewPr>
      <p:guideLst>
        <p:guide orient="horz" pos="3816"/>
        <p:guide pos="3840"/>
        <p:guide pos="3940"/>
        <p:guide pos="4040"/>
      </p:guideLst>
    </p:cSldViewPr>
  </p:slideViewPr>
  <p:outlineViewPr>
    <p:cViewPr>
      <p:scale>
        <a:sx n="33" d="100"/>
        <a:sy n="33" d="100"/>
      </p:scale>
      <p:origin x="0" y="-177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1" d="100"/>
          <a:sy n="131" d="100"/>
        </p:scale>
        <p:origin x="4376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9A342E9D-71A2-8E4D-95A5-6E8A04E638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E2C18BD-6E76-4249-ABD0-0741FFC757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CD0CAB-F46F-2649-BC5E-22B51C07B754}" type="datetimeFigureOut">
              <a:rPr lang="ru-RU" smtClean="0"/>
              <a:t>18.01.2024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659C497-FC1F-F74F-8AD9-48AE28680A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C4C2495-8206-E742-9859-9B3E0C1CE9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42EB2-B5DE-CF4F-B2F6-25FC187BEEB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94832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CDC31C-2F1B-6642-A3BD-4534B90D84F9}" type="datetimeFigureOut">
              <a:rPr lang="ru-RU" smtClean="0"/>
              <a:t>18.01.2024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006C6-B448-7A4A-92B5-53FA310CDB9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1192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https://intuit.ru/studies/courses/2192/31/lecture/970?page=1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006C6-B448-7A4A-92B5-53FA310CDB9D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2621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006C6-B448-7A4A-92B5-53FA310CDB9D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0198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Всякий новый процесс, появляющийся в системе, попадает в состояние готовность. Операционная система, пользуясь каким-либо алгоритмом планирования, выбирает один из готовых процессов и переводит его в состояние исполнение. В состоянии исполнение происходит непосредственное выполнение программного кода процесса. Выйти из этого состояния процесс может по трем причинам:</a:t>
            </a:r>
          </a:p>
          <a:p>
            <a:endParaRPr lang="ru-RU" dirty="0"/>
          </a:p>
          <a:p>
            <a:r>
              <a:rPr lang="ru-RU" dirty="0"/>
              <a:t>1) операционная система прекращает его деятельность;</a:t>
            </a:r>
          </a:p>
          <a:p>
            <a:r>
              <a:rPr lang="ru-RU" dirty="0"/>
              <a:t>2) он не может продолжать свою работу, пока не произойдет некоторое событие, и операционная система переводит его в состояние ожидание ;</a:t>
            </a:r>
          </a:p>
          <a:p>
            <a:r>
              <a:rPr lang="ru-RU" dirty="0"/>
              <a:t>3) в результате возникновения прерывания в вычислительной системе (например, прерывания от таймера по истечении предусмотренного времени выполнения) его возвращают в состояние готовность.</a:t>
            </a:r>
          </a:p>
          <a:p>
            <a:endParaRPr lang="ru-RU" dirty="0"/>
          </a:p>
          <a:p>
            <a:r>
              <a:rPr lang="ru-RU" dirty="0"/>
              <a:t>Из состояния ожидание процесс попадает в состояние готовность после того, как ожидаемое событие произошло, и он снова может быть выбран для исполнения.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006C6-B448-7A4A-92B5-53FA310CDB9D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9235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lucida grande"/>
              </a:rPr>
              <a:t>Теперь для появления в вычислительной системе </a:t>
            </a:r>
            <a:r>
              <a:rPr lang="ru-RU" b="0" i="1" dirty="0">
                <a:solidFill>
                  <a:srgbClr val="000000"/>
                </a:solidFill>
                <a:effectLst/>
                <a:latin typeface="lucida grande"/>
              </a:rPr>
              <a:t>процесс</a:t>
            </a:r>
            <a:r>
              <a:rPr lang="ru-RU" b="0" i="0" dirty="0">
                <a:solidFill>
                  <a:srgbClr val="000000"/>
                </a:solidFill>
                <a:effectLst/>
                <a:latin typeface="lucida grande"/>
              </a:rPr>
              <a:t> должен пройти через </a:t>
            </a:r>
            <a:r>
              <a:rPr lang="ru-RU" b="0" i="1" dirty="0">
                <a:solidFill>
                  <a:srgbClr val="000000"/>
                </a:solidFill>
                <a:effectLst/>
                <a:latin typeface="lucida grande"/>
              </a:rPr>
              <a:t>состояние</a:t>
            </a:r>
            <a:r>
              <a:rPr lang="ru-RU" b="0" i="0" dirty="0">
                <a:solidFill>
                  <a:srgbClr val="000000"/>
                </a:solidFill>
                <a:effectLst/>
                <a:latin typeface="lucida grande"/>
              </a:rPr>
              <a:t> </a:t>
            </a:r>
            <a:r>
              <a:rPr lang="ru-RU" b="0" i="0" dirty="0">
                <a:solidFill>
                  <a:srgbClr val="8B0000"/>
                </a:solidFill>
                <a:effectLst/>
                <a:latin typeface="Courier New" panose="02070309020205020404" pitchFamily="49" charset="0"/>
              </a:rPr>
              <a:t>рождение</a:t>
            </a:r>
            <a:r>
              <a:rPr lang="ru-RU" b="0" i="0" dirty="0">
                <a:solidFill>
                  <a:srgbClr val="000000"/>
                </a:solidFill>
                <a:effectLst/>
                <a:latin typeface="lucida grande"/>
              </a:rPr>
              <a:t>. При рождении </a:t>
            </a:r>
            <a:r>
              <a:rPr lang="ru-RU" b="0" i="1" dirty="0">
                <a:solidFill>
                  <a:srgbClr val="000000"/>
                </a:solidFill>
                <a:effectLst/>
                <a:latin typeface="lucida grande"/>
              </a:rPr>
              <a:t>процесс</a:t>
            </a:r>
            <a:r>
              <a:rPr lang="ru-RU" b="0" i="0" dirty="0">
                <a:solidFill>
                  <a:srgbClr val="000000"/>
                </a:solidFill>
                <a:effectLst/>
                <a:latin typeface="lucida grande"/>
              </a:rPr>
              <a:t> получает в свое распоряжение </a:t>
            </a:r>
            <a:r>
              <a:rPr lang="ru-RU" b="0" i="1" dirty="0">
                <a:solidFill>
                  <a:srgbClr val="000000"/>
                </a:solidFill>
                <a:effectLst/>
                <a:latin typeface="lucida grande"/>
              </a:rPr>
              <a:t>адресное пространство</a:t>
            </a:r>
            <a:r>
              <a:rPr lang="ru-RU" b="0" i="0" dirty="0">
                <a:solidFill>
                  <a:srgbClr val="000000"/>
                </a:solidFill>
                <a:effectLst/>
                <a:latin typeface="lucida grande"/>
              </a:rPr>
              <a:t>, в которое загружается программный код </a:t>
            </a:r>
            <a:r>
              <a:rPr lang="ru-RU" b="0" i="1" dirty="0">
                <a:solidFill>
                  <a:srgbClr val="000000"/>
                </a:solidFill>
                <a:effectLst/>
                <a:latin typeface="lucida grande"/>
              </a:rPr>
              <a:t>процесса</a:t>
            </a:r>
            <a:r>
              <a:rPr lang="ru-RU" b="0" i="0" dirty="0">
                <a:solidFill>
                  <a:srgbClr val="000000"/>
                </a:solidFill>
                <a:effectLst/>
                <a:latin typeface="lucida grande"/>
              </a:rPr>
              <a:t> ; ему выделяются </a:t>
            </a:r>
            <a:r>
              <a:rPr lang="ru-RU" b="0" i="1" dirty="0">
                <a:solidFill>
                  <a:srgbClr val="000000"/>
                </a:solidFill>
                <a:effectLst/>
                <a:latin typeface="lucida grande"/>
              </a:rPr>
              <a:t>стек</a:t>
            </a:r>
            <a:r>
              <a:rPr lang="ru-RU" b="0" i="0" dirty="0">
                <a:solidFill>
                  <a:srgbClr val="000000"/>
                </a:solidFill>
                <a:effectLst/>
                <a:latin typeface="lucida grande"/>
              </a:rPr>
              <a:t> и системные ресурсы; устанавливается начальное </a:t>
            </a:r>
            <a:r>
              <a:rPr lang="ru-RU" b="0" i="1" dirty="0">
                <a:solidFill>
                  <a:srgbClr val="000000"/>
                </a:solidFill>
                <a:effectLst/>
                <a:latin typeface="lucida grande"/>
              </a:rPr>
              <a:t>значение</a:t>
            </a:r>
            <a:r>
              <a:rPr lang="ru-RU" b="0" i="0" dirty="0">
                <a:solidFill>
                  <a:srgbClr val="000000"/>
                </a:solidFill>
                <a:effectLst/>
                <a:latin typeface="lucida grande"/>
              </a:rPr>
              <a:t> программного счетчика этого </a:t>
            </a:r>
            <a:r>
              <a:rPr lang="ru-RU" b="0" i="1" dirty="0">
                <a:solidFill>
                  <a:srgbClr val="000000"/>
                </a:solidFill>
                <a:effectLst/>
                <a:latin typeface="lucida grande"/>
              </a:rPr>
              <a:t>процесса</a:t>
            </a:r>
            <a:r>
              <a:rPr lang="ru-RU" b="0" i="0" dirty="0">
                <a:solidFill>
                  <a:srgbClr val="000000"/>
                </a:solidFill>
                <a:effectLst/>
                <a:latin typeface="lucida grande"/>
              </a:rPr>
              <a:t> и т. д. Родившийся </a:t>
            </a:r>
            <a:r>
              <a:rPr lang="ru-RU" b="0" i="1" dirty="0">
                <a:solidFill>
                  <a:srgbClr val="000000"/>
                </a:solidFill>
                <a:effectLst/>
                <a:latin typeface="lucida grande"/>
              </a:rPr>
              <a:t>процесс</a:t>
            </a:r>
            <a:r>
              <a:rPr lang="ru-RU" b="0" i="0" dirty="0">
                <a:solidFill>
                  <a:srgbClr val="000000"/>
                </a:solidFill>
                <a:effectLst/>
                <a:latin typeface="lucida grande"/>
              </a:rPr>
              <a:t> переводится в </a:t>
            </a:r>
            <a:r>
              <a:rPr lang="ru-RU" b="0" i="1" dirty="0">
                <a:solidFill>
                  <a:srgbClr val="000000"/>
                </a:solidFill>
                <a:effectLst/>
                <a:latin typeface="lucida grande"/>
              </a:rPr>
              <a:t>состояние</a:t>
            </a:r>
            <a:r>
              <a:rPr lang="ru-RU" b="0" i="0" dirty="0">
                <a:solidFill>
                  <a:srgbClr val="000000"/>
                </a:solidFill>
                <a:effectLst/>
                <a:latin typeface="lucida grande"/>
              </a:rPr>
              <a:t> </a:t>
            </a:r>
            <a:r>
              <a:rPr lang="ru-RU" b="0" i="0" dirty="0">
                <a:solidFill>
                  <a:srgbClr val="8B0000"/>
                </a:solidFill>
                <a:effectLst/>
                <a:latin typeface="Courier New" panose="02070309020205020404" pitchFamily="49" charset="0"/>
              </a:rPr>
              <a:t>готовность</a:t>
            </a:r>
            <a:r>
              <a:rPr lang="ru-RU" b="0" i="0" dirty="0">
                <a:solidFill>
                  <a:srgbClr val="000000"/>
                </a:solidFill>
                <a:effectLst/>
                <a:latin typeface="lucida grande"/>
              </a:rPr>
              <a:t>. При </a:t>
            </a:r>
            <a:r>
              <a:rPr lang="ru-RU" b="0" i="1" dirty="0">
                <a:solidFill>
                  <a:srgbClr val="000000"/>
                </a:solidFill>
                <a:effectLst/>
                <a:latin typeface="lucida grande"/>
              </a:rPr>
              <a:t>завершении</a:t>
            </a:r>
            <a:r>
              <a:rPr lang="ru-RU" b="0" i="0" dirty="0">
                <a:solidFill>
                  <a:srgbClr val="000000"/>
                </a:solidFill>
                <a:effectLst/>
                <a:latin typeface="lucida grande"/>
              </a:rPr>
              <a:t> своей деятельности </a:t>
            </a:r>
            <a:r>
              <a:rPr lang="ru-RU" b="0" i="1" dirty="0">
                <a:solidFill>
                  <a:srgbClr val="000000"/>
                </a:solidFill>
                <a:effectLst/>
                <a:latin typeface="lucida grande"/>
              </a:rPr>
              <a:t>процесс</a:t>
            </a:r>
            <a:r>
              <a:rPr lang="ru-RU" b="0" i="0" dirty="0">
                <a:solidFill>
                  <a:srgbClr val="000000"/>
                </a:solidFill>
                <a:effectLst/>
                <a:latin typeface="lucida grande"/>
              </a:rPr>
              <a:t> из </a:t>
            </a:r>
            <a:r>
              <a:rPr lang="ru-RU" b="0" i="1" dirty="0">
                <a:solidFill>
                  <a:srgbClr val="000000"/>
                </a:solidFill>
                <a:effectLst/>
                <a:latin typeface="lucida grande"/>
              </a:rPr>
              <a:t>состояния</a:t>
            </a:r>
            <a:r>
              <a:rPr lang="ru-RU" b="0" i="0" dirty="0">
                <a:solidFill>
                  <a:srgbClr val="000000"/>
                </a:solidFill>
                <a:effectLst/>
                <a:latin typeface="lucida grande"/>
              </a:rPr>
              <a:t> </a:t>
            </a:r>
            <a:r>
              <a:rPr lang="ru-RU" b="0" i="0" dirty="0">
                <a:solidFill>
                  <a:srgbClr val="8B0000"/>
                </a:solidFill>
                <a:effectLst/>
                <a:latin typeface="Courier New" panose="02070309020205020404" pitchFamily="49" charset="0"/>
              </a:rPr>
              <a:t>исполнение</a:t>
            </a:r>
            <a:r>
              <a:rPr lang="ru-RU" b="0" i="0" dirty="0">
                <a:solidFill>
                  <a:srgbClr val="000000"/>
                </a:solidFill>
                <a:effectLst/>
                <a:latin typeface="lucida grande"/>
              </a:rPr>
              <a:t> попадает в </a:t>
            </a:r>
            <a:r>
              <a:rPr lang="ru-RU" b="0" i="1" dirty="0">
                <a:solidFill>
                  <a:srgbClr val="000000"/>
                </a:solidFill>
                <a:effectLst/>
                <a:latin typeface="lucida grande"/>
              </a:rPr>
              <a:t>состояние</a:t>
            </a:r>
            <a:r>
              <a:rPr lang="ru-RU" b="0" i="0" dirty="0">
                <a:solidFill>
                  <a:srgbClr val="000000"/>
                </a:solidFill>
                <a:effectLst/>
                <a:latin typeface="lucida grande"/>
              </a:rPr>
              <a:t> </a:t>
            </a:r>
            <a:r>
              <a:rPr lang="ru-RU" b="0" i="0" dirty="0">
                <a:solidFill>
                  <a:srgbClr val="8B0000"/>
                </a:solidFill>
                <a:effectLst/>
                <a:latin typeface="Courier New" panose="02070309020205020404" pitchFamily="49" charset="0"/>
              </a:rPr>
              <a:t>закончил исполнение.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006C6-B448-7A4A-92B5-53FA310CDB9D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147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006C6-B448-7A4A-92B5-53FA310CDB9D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4281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Так как мы говорим не о визуализации, а о подготовке к выступлению с презентацией, то важно ответить на следующие вопросы, это поможет создать сильную презентацию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006C6-B448-7A4A-92B5-53FA310CDB9D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2708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_короткий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BBFB8E4-8643-4943-9506-3ED171D0C5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8672" y="1484025"/>
            <a:ext cx="10224166" cy="218151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86000"/>
              </a:lnSpc>
              <a:defRPr sz="5400" b="1" i="0">
                <a:solidFill>
                  <a:schemeClr val="tx2"/>
                </a:solidFill>
                <a:latin typeface="Montserrat Black" pitchFamily="2" charset="0"/>
              </a:defRPr>
            </a:lvl1pPr>
          </a:lstStyle>
          <a:p>
            <a:r>
              <a:rPr lang="ru-RU" dirty="0"/>
              <a:t>Образец названия презентации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C8DD6715-DA40-DE41-BB58-63F7236767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1055" y="3779427"/>
            <a:ext cx="5014910" cy="394521"/>
          </a:xfrm>
          <a:prstGeom prst="rect">
            <a:avLst/>
          </a:prstGeom>
        </p:spPr>
        <p:txBody>
          <a:bodyPr lIns="0" tIns="0" rIns="72000"/>
          <a:lstStyle>
            <a:lvl1pPr marL="0" indent="0">
              <a:lnSpc>
                <a:spcPct val="110000"/>
              </a:lnSpc>
              <a:buNone/>
              <a:defRPr sz="2000" b="0" i="0" spc="100" baseline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ПОДЗАГОЛОВОК ПРЕЗЕНТАЦИИ</a:t>
            </a: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9E941EC0-74AF-704C-BF88-AD58554646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9515" y="4959585"/>
            <a:ext cx="5006960" cy="208624"/>
          </a:xfrm>
          <a:prstGeom prst="rect">
            <a:avLst/>
          </a:prstGeom>
        </p:spPr>
        <p:txBody>
          <a:bodyPr lIns="0" tIns="0"/>
          <a:lstStyle>
            <a:lvl1pPr marL="0" indent="0">
              <a:lnSpc>
                <a:spcPct val="110000"/>
              </a:lnSpc>
              <a:buNone/>
              <a:defRPr sz="1100" b="0" i="0" spc="150" baseline="0">
                <a:solidFill>
                  <a:schemeClr val="tx2"/>
                </a:solidFill>
                <a:latin typeface="Montserrat Medium" pitchFamily="2" charset="77"/>
              </a:defRPr>
            </a:lvl1pPr>
          </a:lstStyle>
          <a:p>
            <a:r>
              <a:rPr lang="ru-RU" dirty="0"/>
              <a:t>ДОКЛАДЧИК: ИВАНОВ СЕРГЕЙ</a:t>
            </a:r>
          </a:p>
        </p:txBody>
      </p:sp>
    </p:spTree>
    <p:extLst>
      <p:ext uri="{BB962C8B-B14F-4D97-AF65-F5344CB8AC3E}">
        <p14:creationId xmlns:p14="http://schemas.microsoft.com/office/powerpoint/2010/main" val="4214304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_длинный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BBFB8E4-8643-4943-9506-3ED171D0C5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8672" y="1484025"/>
            <a:ext cx="10224166" cy="2181513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86000"/>
              </a:lnSpc>
              <a:defRPr sz="4800" b="1" i="0">
                <a:solidFill>
                  <a:schemeClr val="tx2"/>
                </a:solidFill>
                <a:latin typeface="Montserrat Black" pitchFamily="2" charset="0"/>
              </a:defRPr>
            </a:lvl1pPr>
          </a:lstStyle>
          <a:p>
            <a:r>
              <a:rPr lang="ru-RU" dirty="0"/>
              <a:t>Образец названия презентации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C8DD6715-DA40-DE41-BB58-63F7236767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1055" y="3779427"/>
            <a:ext cx="5014910" cy="394521"/>
          </a:xfrm>
          <a:prstGeom prst="rect">
            <a:avLst/>
          </a:prstGeom>
        </p:spPr>
        <p:txBody>
          <a:bodyPr lIns="0" tIns="0" rIns="72000"/>
          <a:lstStyle>
            <a:lvl1pPr marL="0" indent="0">
              <a:lnSpc>
                <a:spcPct val="110000"/>
              </a:lnSpc>
              <a:buNone/>
              <a:defRPr sz="2000" b="0" i="0" spc="100" baseline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ПОДЗАГОЛОВОК ПРЕЗЕНТАЦИИ</a:t>
            </a: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9E941EC0-74AF-704C-BF88-AD58554646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9515" y="4959585"/>
            <a:ext cx="5006960" cy="208624"/>
          </a:xfrm>
          <a:prstGeom prst="rect">
            <a:avLst/>
          </a:prstGeom>
        </p:spPr>
        <p:txBody>
          <a:bodyPr lIns="0" tIns="0"/>
          <a:lstStyle>
            <a:lvl1pPr marL="0" indent="0">
              <a:lnSpc>
                <a:spcPct val="110000"/>
              </a:lnSpc>
              <a:buNone/>
              <a:defRPr sz="1100" b="0" i="0" spc="150" baseline="0">
                <a:solidFill>
                  <a:schemeClr val="tx2"/>
                </a:solidFill>
                <a:latin typeface="Montserrat Medium" pitchFamily="2" charset="77"/>
              </a:defRPr>
            </a:lvl1pPr>
          </a:lstStyle>
          <a:p>
            <a:r>
              <a:rPr lang="ru-RU" dirty="0"/>
              <a:t>ДОКЛАДЧИК: ИВАНОВ СЕРГЕЙ</a:t>
            </a:r>
          </a:p>
        </p:txBody>
      </p:sp>
    </p:spTree>
    <p:extLst>
      <p:ext uri="{BB962C8B-B14F-4D97-AF65-F5344CB8AC3E}">
        <p14:creationId xmlns:p14="http://schemas.microsoft.com/office/powerpoint/2010/main" val="34964806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BBFB8E4-8643-4943-9506-3ED171D0C5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8399" y="1176775"/>
            <a:ext cx="6420471" cy="864000"/>
          </a:xfrm>
          <a:prstGeom prst="rect">
            <a:avLst/>
          </a:prstGeom>
          <a:solidFill>
            <a:schemeClr val="bg1"/>
          </a:solidFill>
        </p:spPr>
        <p:txBody>
          <a:bodyPr wrap="square" lIns="144000" tIns="72000" rIns="144000" bIns="36000" anchor="ctr"/>
          <a:lstStyle>
            <a:lvl1pPr>
              <a:lnSpc>
                <a:spcPct val="86000"/>
              </a:lnSpc>
              <a:defRPr sz="6000" b="1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Заголовок или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051EE6-894D-5144-A4B7-FF0DAE14FE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129250"/>
            <a:ext cx="4204140" cy="864000"/>
          </a:xfrm>
          <a:prstGeom prst="rect">
            <a:avLst/>
          </a:prstGeom>
          <a:solidFill>
            <a:schemeClr val="bg1"/>
          </a:solidFill>
        </p:spPr>
        <p:txBody>
          <a:bodyPr wrap="square" lIns="144000" tIns="36000" rIns="144000" bIns="36000" anchor="ctr"/>
          <a:lstStyle>
            <a:lvl1pPr marL="0" indent="0" algn="l">
              <a:buNone/>
              <a:defRPr lang="ru-RU" sz="6000" b="1" i="0" dirty="0">
                <a:solidFill>
                  <a:schemeClr val="tx2"/>
                </a:solidFill>
                <a:latin typeface="Montserrat" pitchFamily="2" charset="0"/>
                <a:ea typeface="+mj-ea"/>
                <a:cs typeface="+mj-cs"/>
              </a:defRPr>
            </a:lvl1pPr>
          </a:lstStyle>
          <a:p>
            <a:pPr marL="228600" lvl="0" indent="-228600">
              <a:lnSpc>
                <a:spcPct val="86000"/>
              </a:lnSpc>
              <a:spcBef>
                <a:spcPct val="0"/>
              </a:spcBef>
            </a:pPr>
            <a:r>
              <a:rPr lang="ru-RU" dirty="0"/>
              <a:t>название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3B47F85A-7D99-7043-B7EC-603977846E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8400" y="3081724"/>
            <a:ext cx="5767331" cy="864000"/>
          </a:xfrm>
          <a:prstGeom prst="rect">
            <a:avLst/>
          </a:prstGeom>
          <a:solidFill>
            <a:schemeClr val="bg1"/>
          </a:solidFill>
        </p:spPr>
        <p:txBody>
          <a:bodyPr wrap="square" lIns="144000" tIns="36000" rIns="144000" bIns="36000" anchor="ctr"/>
          <a:lstStyle>
            <a:lvl1pPr marL="0" indent="0" algn="l">
              <a:buNone/>
              <a:defRPr lang="ru-RU" sz="6000" b="1" i="0" dirty="0">
                <a:solidFill>
                  <a:schemeClr val="tx2"/>
                </a:solidFill>
                <a:latin typeface="Montserrat" pitchFamily="2" charset="0"/>
                <a:ea typeface="+mj-ea"/>
                <a:cs typeface="+mj-cs"/>
              </a:defRPr>
            </a:lvl1pPr>
          </a:lstStyle>
          <a:p>
            <a:pPr marL="228600" lvl="0" indent="-228600">
              <a:lnSpc>
                <a:spcPct val="86000"/>
              </a:lnSpc>
              <a:spcBef>
                <a:spcPct val="0"/>
              </a:spcBef>
            </a:pPr>
            <a:r>
              <a:rPr lang="ru-RU" dirty="0"/>
              <a:t>презентации</a:t>
            </a: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CFA13E81-1E64-9941-942C-3843B598E3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1055" y="4230290"/>
            <a:ext cx="5014910" cy="394521"/>
          </a:xfrm>
          <a:prstGeom prst="rect">
            <a:avLst/>
          </a:prstGeom>
        </p:spPr>
        <p:txBody>
          <a:bodyPr lIns="0" tIns="0" rIns="72000"/>
          <a:lstStyle>
            <a:lvl1pPr marL="0" indent="0">
              <a:lnSpc>
                <a:spcPct val="110000"/>
              </a:lnSpc>
              <a:buNone/>
              <a:defRPr sz="2000" b="0" i="0" spc="100" baseline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ПОДЗАГОЛОВОК ПРЕЗЕНТАЦИИ</a:t>
            </a:r>
          </a:p>
        </p:txBody>
      </p:sp>
      <p:sp>
        <p:nvSpPr>
          <p:cNvPr id="12" name="Текст 5">
            <a:extLst>
              <a:ext uri="{FF2B5EF4-FFF2-40B4-BE49-F238E27FC236}">
                <a16:creationId xmlns:a16="http://schemas.microsoft.com/office/drawing/2014/main" id="{1DF9C77B-1A47-AA44-B71E-2614BE20FD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9515" y="5303899"/>
            <a:ext cx="5006960" cy="208624"/>
          </a:xfrm>
          <a:prstGeom prst="rect">
            <a:avLst/>
          </a:prstGeom>
        </p:spPr>
        <p:txBody>
          <a:bodyPr lIns="0" tIns="0"/>
          <a:lstStyle>
            <a:lvl1pPr marL="0" indent="0">
              <a:lnSpc>
                <a:spcPct val="110000"/>
              </a:lnSpc>
              <a:buNone/>
              <a:defRPr sz="1100" b="0" i="0" spc="150" baseline="0">
                <a:solidFill>
                  <a:schemeClr val="tx2"/>
                </a:solidFill>
                <a:latin typeface="Montserrat Medium" pitchFamily="2" charset="77"/>
              </a:defRPr>
            </a:lvl1pPr>
          </a:lstStyle>
          <a:p>
            <a:r>
              <a:rPr lang="ru-RU" dirty="0"/>
              <a:t>ДОКЛАДЧИК: ИВАНОВ СЕРГЕЙ</a:t>
            </a:r>
          </a:p>
        </p:txBody>
      </p:sp>
    </p:spTree>
    <p:extLst>
      <p:ext uri="{BB962C8B-B14F-4D97-AF65-F5344CB8AC3E}">
        <p14:creationId xmlns:p14="http://schemas.microsoft.com/office/powerpoint/2010/main" val="18462940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6DA618D-383E-354F-AFCE-75F7831223FD}"/>
              </a:ext>
            </a:extLst>
          </p:cNvPr>
          <p:cNvSpPr/>
          <p:nvPr userDrawn="1"/>
        </p:nvSpPr>
        <p:spPr>
          <a:xfrm>
            <a:off x="6251575" y="0"/>
            <a:ext cx="5940425" cy="68580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92BD468D-5196-6B4B-A947-0B0B7D99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8673" y="1424066"/>
            <a:ext cx="5037802" cy="2241472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86000"/>
              </a:lnSpc>
              <a:defRPr sz="4000" b="1" i="0">
                <a:solidFill>
                  <a:schemeClr val="tx2"/>
                </a:solidFill>
                <a:latin typeface="Montserrat Black" pitchFamily="2" charset="0"/>
              </a:defRPr>
            </a:lvl1pPr>
          </a:lstStyle>
          <a:p>
            <a:r>
              <a:rPr lang="ru-RU" dirty="0"/>
              <a:t>Образец названия презентации</a:t>
            </a:r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A81A4920-0FC5-2643-9D24-95214DA4BC79}"/>
              </a:ext>
            </a:extLst>
          </p:cNvPr>
          <p:cNvSpPr/>
          <p:nvPr userDrawn="1"/>
        </p:nvSpPr>
        <p:spPr>
          <a:xfrm>
            <a:off x="1" y="5379750"/>
            <a:ext cx="2803524" cy="8559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557F0E3-FABC-A34F-AAA7-AB50FEA417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1055" y="3271017"/>
            <a:ext cx="5014910" cy="394521"/>
          </a:xfrm>
          <a:prstGeom prst="rect">
            <a:avLst/>
          </a:prstGeom>
        </p:spPr>
        <p:txBody>
          <a:bodyPr lIns="0" tIns="0" rIns="72000"/>
          <a:lstStyle>
            <a:lvl1pPr marL="0" indent="0">
              <a:lnSpc>
                <a:spcPct val="110000"/>
              </a:lnSpc>
              <a:buNone/>
              <a:defRPr sz="2000" b="0" i="0" spc="100" baseline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ПОДЗАГОЛОВОК ПРЕЗЕНТАЦИИ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0ADCDAF1-B237-264F-977E-5B5F73190E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9515" y="4959585"/>
            <a:ext cx="5006960" cy="208624"/>
          </a:xfrm>
          <a:prstGeom prst="rect">
            <a:avLst/>
          </a:prstGeom>
        </p:spPr>
        <p:txBody>
          <a:bodyPr lIns="0" tIns="0"/>
          <a:lstStyle>
            <a:lvl1pPr marL="0" indent="0">
              <a:lnSpc>
                <a:spcPct val="110000"/>
              </a:lnSpc>
              <a:buNone/>
              <a:defRPr sz="1100" b="0" i="0" spc="150" baseline="0">
                <a:solidFill>
                  <a:schemeClr val="tx2"/>
                </a:solidFill>
                <a:latin typeface="Montserrat Medium" pitchFamily="2" charset="77"/>
              </a:defRPr>
            </a:lvl1pPr>
          </a:lstStyle>
          <a:p>
            <a:r>
              <a:rPr lang="ru-RU" dirty="0"/>
              <a:t>ДОКЛАДЧИК: ИВАНОВ СЕРГЕЙ</a:t>
            </a:r>
          </a:p>
        </p:txBody>
      </p:sp>
      <p:sp>
        <p:nvSpPr>
          <p:cNvPr id="8" name="Рисунок 10">
            <a:extLst>
              <a:ext uri="{FF2B5EF4-FFF2-40B4-BE49-F238E27FC236}">
                <a16:creationId xmlns:a16="http://schemas.microsoft.com/office/drawing/2014/main" id="{BA65B7A1-5D5F-F243-8ADA-435CBACDAF2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accent4"/>
          </a:solidFill>
        </p:spPr>
        <p:txBody>
          <a:bodyPr tIns="1116000" anchor="ctr"/>
          <a:lstStyle>
            <a:lvl1pPr marL="0" indent="0" algn="ctr">
              <a:lnSpc>
                <a:spcPct val="80000"/>
              </a:lnSpc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Montserrat Medium" pitchFamily="2" charset="0"/>
              </a:defRPr>
            </a:lvl1pPr>
          </a:lstStyle>
          <a:p>
            <a:r>
              <a:rPr lang="ru-RU" dirty="0"/>
              <a:t>Вставьте фотографию </a:t>
            </a:r>
          </a:p>
          <a:p>
            <a:r>
              <a:rPr lang="ru-RU" dirty="0"/>
              <a:t>для фона</a:t>
            </a:r>
          </a:p>
        </p:txBody>
      </p:sp>
      <p:pic>
        <p:nvPicPr>
          <p:cNvPr id="9" name="Picture 20">
            <a:extLst>
              <a:ext uri="{FF2B5EF4-FFF2-40B4-BE49-F238E27FC236}">
                <a16:creationId xmlns:a16="http://schemas.microsoft.com/office/drawing/2014/main" id="{B33886D0-8E16-984A-93D2-959C78E4E7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013" y="5595505"/>
            <a:ext cx="1397546" cy="42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0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BBFB8E4-8643-4943-9506-3ED171D0C5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2020" y="1420060"/>
            <a:ext cx="7810818" cy="2288136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86000"/>
              </a:lnSpc>
              <a:defRPr sz="5400" b="1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Образец названия раздела презентации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F7980BD3-F71C-9A4A-A96D-88448349C3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55874" y="1277160"/>
            <a:ext cx="1574614" cy="683085"/>
          </a:xfrm>
          <a:prstGeom prst="rect">
            <a:avLst/>
          </a:prstGeom>
        </p:spPr>
        <p:txBody>
          <a:bodyPr lIns="0" tIns="0"/>
          <a:lstStyle>
            <a:lvl1pPr marL="0" indent="0">
              <a:lnSpc>
                <a:spcPct val="110000"/>
              </a:lnSpc>
              <a:buNone/>
              <a:defRPr sz="5400" b="0" i="0">
                <a:solidFill>
                  <a:schemeClr val="accent1"/>
                </a:solidFill>
                <a:latin typeface="Montserrat Light" pitchFamily="2" charset="77"/>
              </a:defRPr>
            </a:lvl1pPr>
          </a:lstStyle>
          <a:p>
            <a:r>
              <a:rPr lang="ru-RU" dirty="0"/>
              <a:t>01</a:t>
            </a:r>
          </a:p>
        </p:txBody>
      </p:sp>
      <p:sp>
        <p:nvSpPr>
          <p:cNvPr id="10" name="Rectangle 18">
            <a:extLst>
              <a:ext uri="{FF2B5EF4-FFF2-40B4-BE49-F238E27FC236}">
                <a16:creationId xmlns:a16="http://schemas.microsoft.com/office/drawing/2014/main" id="{DF46B0AA-ECD8-9B4F-A315-9B9B945A991A}"/>
              </a:ext>
            </a:extLst>
          </p:cNvPr>
          <p:cNvSpPr/>
          <p:nvPr userDrawn="1"/>
        </p:nvSpPr>
        <p:spPr>
          <a:xfrm>
            <a:off x="1" y="5379750"/>
            <a:ext cx="2803524" cy="8559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9E2A935E-681F-9B4A-BEA9-6B8FEEAFCC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62020" y="3715356"/>
            <a:ext cx="7810818" cy="688340"/>
          </a:xfrm>
          <a:prstGeom prst="rect">
            <a:avLst/>
          </a:prstGeom>
        </p:spPr>
        <p:txBody>
          <a:bodyPr lIns="0" tIns="0"/>
          <a:lstStyle>
            <a:lvl1pPr marL="0" indent="0">
              <a:lnSpc>
                <a:spcPct val="110000"/>
              </a:lnSpc>
              <a:buNone/>
              <a:defRPr sz="2200" b="0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Подзаголовок презентации</a:t>
            </a:r>
          </a:p>
        </p:txBody>
      </p:sp>
      <p:pic>
        <p:nvPicPr>
          <p:cNvPr id="8" name="Picture 20">
            <a:extLst>
              <a:ext uri="{FF2B5EF4-FFF2-40B4-BE49-F238E27FC236}">
                <a16:creationId xmlns:a16="http://schemas.microsoft.com/office/drawing/2014/main" id="{27BE2F27-4592-6643-A002-95DC706CBE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013" y="5595505"/>
            <a:ext cx="1397546" cy="42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1473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азделите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BBFB8E4-8643-4943-9506-3ED171D0C5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2020" y="1420060"/>
            <a:ext cx="7810818" cy="2288136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86000"/>
              </a:lnSpc>
              <a:defRPr sz="5400" b="1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Образец названия раздела презентации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F7980BD3-F71C-9A4A-A96D-88448349C3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55874" y="1277160"/>
            <a:ext cx="1574614" cy="683085"/>
          </a:xfrm>
          <a:prstGeom prst="rect">
            <a:avLst/>
          </a:prstGeom>
        </p:spPr>
        <p:txBody>
          <a:bodyPr lIns="0" tIns="0"/>
          <a:lstStyle>
            <a:lvl1pPr marL="0" indent="0">
              <a:lnSpc>
                <a:spcPct val="110000"/>
              </a:lnSpc>
              <a:buNone/>
              <a:defRPr sz="5400" b="0" i="0">
                <a:solidFill>
                  <a:schemeClr val="accent1"/>
                </a:solidFill>
                <a:latin typeface="Montserrat Light" pitchFamily="2" charset="77"/>
              </a:defRPr>
            </a:lvl1pPr>
          </a:lstStyle>
          <a:p>
            <a:r>
              <a:rPr lang="ru-RU" dirty="0"/>
              <a:t>01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9E2A935E-681F-9B4A-BEA9-6B8FEEAFCC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62020" y="3715356"/>
            <a:ext cx="7810818" cy="688340"/>
          </a:xfrm>
          <a:prstGeom prst="rect">
            <a:avLst/>
          </a:prstGeom>
        </p:spPr>
        <p:txBody>
          <a:bodyPr lIns="0" tIns="0"/>
          <a:lstStyle>
            <a:lvl1pPr marL="0" indent="0">
              <a:lnSpc>
                <a:spcPct val="110000"/>
              </a:lnSpc>
              <a:buNone/>
              <a:defRPr sz="2200" b="0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Подзаголовок презентации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0C929556-CC58-FA4C-8BDE-0AAC1E586A60}"/>
              </a:ext>
            </a:extLst>
          </p:cNvPr>
          <p:cNvSpPr/>
          <p:nvPr userDrawn="1"/>
        </p:nvSpPr>
        <p:spPr>
          <a:xfrm>
            <a:off x="1" y="5379750"/>
            <a:ext cx="2803524" cy="86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0" name="Picture 14">
            <a:extLst>
              <a:ext uri="{FF2B5EF4-FFF2-40B4-BE49-F238E27FC236}">
                <a16:creationId xmlns:a16="http://schemas.microsoft.com/office/drawing/2014/main" id="{22F228C3-3B02-A740-A0CC-D606A239AC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932" y="5594552"/>
            <a:ext cx="1384701" cy="43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1221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Разделите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BBFB8E4-8643-4943-9506-3ED171D0C5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2020" y="1420060"/>
            <a:ext cx="7810818" cy="2288136"/>
          </a:xfrm>
          <a:prstGeom prst="rect">
            <a:avLst/>
          </a:prstGeom>
        </p:spPr>
        <p:txBody>
          <a:bodyPr lIns="0" tIns="0"/>
          <a:lstStyle>
            <a:lvl1pPr>
              <a:lnSpc>
                <a:spcPct val="86000"/>
              </a:lnSpc>
              <a:defRPr sz="5400" b="1" i="0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Образец названия раздела презентации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F7980BD3-F71C-9A4A-A96D-88448349C3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55874" y="1277160"/>
            <a:ext cx="1574614" cy="683085"/>
          </a:xfrm>
          <a:prstGeom prst="rect">
            <a:avLst/>
          </a:prstGeom>
        </p:spPr>
        <p:txBody>
          <a:bodyPr lIns="0" tIns="0"/>
          <a:lstStyle>
            <a:lvl1pPr marL="0" indent="0">
              <a:lnSpc>
                <a:spcPct val="110000"/>
              </a:lnSpc>
              <a:buNone/>
              <a:defRPr sz="5400" b="0" i="0">
                <a:solidFill>
                  <a:srgbClr val="FF4346"/>
                </a:solidFill>
                <a:latin typeface="Montserrat Light" pitchFamily="2" charset="77"/>
              </a:defRPr>
            </a:lvl1pPr>
          </a:lstStyle>
          <a:p>
            <a:r>
              <a:rPr lang="ru-RU" dirty="0"/>
              <a:t>01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9E2A935E-681F-9B4A-BEA9-6B8FEEAFCC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62020" y="3715356"/>
            <a:ext cx="7810818" cy="688340"/>
          </a:xfrm>
          <a:prstGeom prst="rect">
            <a:avLst/>
          </a:prstGeom>
        </p:spPr>
        <p:txBody>
          <a:bodyPr lIns="0" tIns="0"/>
          <a:lstStyle>
            <a:lvl1pPr marL="0" indent="0">
              <a:lnSpc>
                <a:spcPct val="110000"/>
              </a:lnSpc>
              <a:buNone/>
              <a:defRPr sz="2200" b="0" i="0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Подзаголовок презентации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0C929556-CC58-FA4C-8BDE-0AAC1E586A60}"/>
              </a:ext>
            </a:extLst>
          </p:cNvPr>
          <p:cNvSpPr/>
          <p:nvPr userDrawn="1"/>
        </p:nvSpPr>
        <p:spPr>
          <a:xfrm>
            <a:off x="1" y="5379750"/>
            <a:ext cx="2803524" cy="86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Picture 14">
            <a:extLst>
              <a:ext uri="{FF2B5EF4-FFF2-40B4-BE49-F238E27FC236}">
                <a16:creationId xmlns:a16="http://schemas.microsoft.com/office/drawing/2014/main" id="{967ADDB7-4B1E-EA44-B039-6BBE6D65C2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932" y="5594552"/>
            <a:ext cx="1384701" cy="43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249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бел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Текст 8">
            <a:extLst>
              <a:ext uri="{FF2B5EF4-FFF2-40B4-BE49-F238E27FC236}">
                <a16:creationId xmlns:a16="http://schemas.microsoft.com/office/drawing/2014/main" id="{313E0551-0AA1-DD4C-BF3D-A3B523D16DF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8426" y="1963296"/>
            <a:ext cx="3274023" cy="576000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buNone/>
              <a:defRPr sz="3600" b="1" i="0">
                <a:solidFill>
                  <a:schemeClr val="tx2"/>
                </a:solidFill>
                <a:latin typeface="Montserrat Black" pitchFamily="2" charset="0"/>
              </a:defRPr>
            </a:lvl1pPr>
          </a:lstStyle>
          <a:p>
            <a:r>
              <a:rPr lang="ru-RU" dirty="0"/>
              <a:t>346,6 млн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77755060-FBDD-B34E-906F-01E4FFF5999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23999" y="1955676"/>
            <a:ext cx="3283767" cy="561645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Заголовок 2 уровня 16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Заголовок 4">
            <a:extLst>
              <a:ext uri="{FF2B5EF4-FFF2-40B4-BE49-F238E27FC236}">
                <a16:creationId xmlns:a16="http://schemas.microsoft.com/office/drawing/2014/main" id="{98A04BCC-CEFE-9C42-A687-C6178CC178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1561" y="404813"/>
            <a:ext cx="10186219" cy="718384"/>
          </a:xfrm>
          <a:prstGeom prst="rect">
            <a:avLst/>
          </a:prstGeom>
        </p:spPr>
        <p:txBody>
          <a:bodyPr lIns="0" tIns="0" rIns="180000"/>
          <a:lstStyle>
            <a:lvl1pPr>
              <a:lnSpc>
                <a:spcPct val="80000"/>
              </a:lnSpc>
              <a:defRPr sz="3200" b="1" i="0">
                <a:solidFill>
                  <a:schemeClr val="tx2"/>
                </a:solidFill>
                <a:latin typeface="Montserrat Black" pitchFamily="2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32" name="Текст 17">
            <a:extLst>
              <a:ext uri="{FF2B5EF4-FFF2-40B4-BE49-F238E27FC236}">
                <a16:creationId xmlns:a16="http://schemas.microsoft.com/office/drawing/2014/main" id="{FB708094-3962-D246-B713-8A77BEC9BB8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74013" y="1955676"/>
            <a:ext cx="3283767" cy="4272404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 b="1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Абзац крупного текста 14</a:t>
            </a:r>
            <a:r>
              <a:rPr lang="en-US" dirty="0" err="1"/>
              <a:t>pt</a:t>
            </a:r>
            <a:r>
              <a:rPr lang="en-US" dirty="0"/>
              <a:t> </a:t>
            </a:r>
            <a:r>
              <a:rPr lang="ru-RU" dirty="0"/>
              <a:t> </a:t>
            </a:r>
          </a:p>
        </p:txBody>
      </p:sp>
      <p:sp>
        <p:nvSpPr>
          <p:cNvPr id="35" name="Нижний колонтитул 4">
            <a:extLst>
              <a:ext uri="{FF2B5EF4-FFF2-40B4-BE49-F238E27FC236}">
                <a16:creationId xmlns:a16="http://schemas.microsoft.com/office/drawing/2014/main" id="{A0981648-85D7-434C-9C33-211CC92E1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1420" y="2816225"/>
            <a:ext cx="255799" cy="3411856"/>
          </a:xfrm>
          <a:prstGeom prst="rect">
            <a:avLst/>
          </a:prstGeom>
        </p:spPr>
        <p:txBody>
          <a:bodyPr vert="vert270" lIns="108000" tIns="45720" rIns="91440" bIns="45720" rtlCol="0" anchor="ctr" anchorCtr="0"/>
          <a:lstStyle>
            <a:lvl1pPr algn="l">
              <a:defRPr sz="1000" b="0" i="0" spc="100" baseline="0">
                <a:solidFill>
                  <a:srgbClr val="7A7E89"/>
                </a:solidFill>
                <a:latin typeface="Montserrat Medium" pitchFamily="2" charset="0"/>
              </a:defRPr>
            </a:lvl1pPr>
          </a:lstStyle>
          <a:p>
            <a:r>
              <a:rPr lang="ru-RU" dirty="0"/>
              <a:t>НАЗВАНИЕ ПРЕЗЕНТАЦИИ ИЛИ РАЗДЕЛА</a:t>
            </a:r>
          </a:p>
        </p:txBody>
      </p:sp>
      <p:sp>
        <p:nvSpPr>
          <p:cNvPr id="36" name="Номер слайда 5">
            <a:extLst>
              <a:ext uri="{FF2B5EF4-FFF2-40B4-BE49-F238E27FC236}">
                <a16:creationId xmlns:a16="http://schemas.microsoft.com/office/drawing/2014/main" id="{BFF00982-26A1-A24F-83B9-F6B84FCE3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521" y="6318000"/>
            <a:ext cx="173530" cy="540000"/>
          </a:xfrm>
          <a:prstGeom prst="rect">
            <a:avLst/>
          </a:prstGeom>
          <a:solidFill>
            <a:schemeClr val="tx1"/>
          </a:solidFill>
        </p:spPr>
        <p:txBody>
          <a:bodyPr vert="vert270" lIns="91440" tIns="45720" rIns="91440" bIns="45720" rtlCol="0" anchor="ctr"/>
          <a:lstStyle>
            <a:lvl1pPr algn="ctr">
              <a:defRPr sz="1000" b="0" i="0" spc="300">
                <a:solidFill>
                  <a:schemeClr val="bg1"/>
                </a:solidFill>
                <a:latin typeface="Montserrat Medium" pitchFamily="2" charset="0"/>
              </a:defRPr>
            </a:lvl1pPr>
          </a:lstStyle>
          <a:p>
            <a:fld id="{039EB638-75F7-1544-89CF-7A79493589A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Текст 17">
            <a:extLst>
              <a:ext uri="{FF2B5EF4-FFF2-40B4-BE49-F238E27FC236}">
                <a16:creationId xmlns:a16="http://schemas.microsoft.com/office/drawing/2014/main" id="{2F75FB4F-8B19-7B43-8B25-FE4CDAA39F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23999" y="2658110"/>
            <a:ext cx="3283767" cy="1708150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20000"/>
              </a:lnSpc>
              <a:spcBef>
                <a:spcPts val="800"/>
              </a:spcBef>
              <a:buNone/>
              <a:defRPr sz="1200" b="0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Образец основного текста 12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4" name="Текст 17">
            <a:extLst>
              <a:ext uri="{FF2B5EF4-FFF2-40B4-BE49-F238E27FC236}">
                <a16:creationId xmlns:a16="http://schemas.microsoft.com/office/drawing/2014/main" id="{C67C12E7-B104-BC45-914E-272FF851C5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426" y="4527550"/>
            <a:ext cx="3273071" cy="1708150"/>
          </a:xfrm>
          <a:prstGeom prst="rect">
            <a:avLst/>
          </a:prstGeom>
        </p:spPr>
        <p:txBody>
          <a:bodyPr lIns="0" tIns="0" rIns="108000" bIns="0"/>
          <a:lstStyle>
            <a:lvl1pPr marL="134938" indent="-134938">
              <a:lnSpc>
                <a:spcPct val="12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000" b="0" i="0">
                <a:solidFill>
                  <a:schemeClr val="tx2"/>
                </a:solidFill>
                <a:latin typeface="Montserrat" pitchFamily="2" charset="0"/>
              </a:defRPr>
            </a:lvl1pPr>
            <a:lvl2pPr marL="400050" indent="-130175">
              <a:lnSpc>
                <a:spcPct val="120000"/>
              </a:lnSpc>
              <a:spcBef>
                <a:spcPts val="4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000" b="0" i="0">
                <a:solidFill>
                  <a:schemeClr val="tx2"/>
                </a:solidFill>
                <a:latin typeface="Montserrat" pitchFamily="2" charset="77"/>
              </a:defRPr>
            </a:lvl2pPr>
          </a:lstStyle>
          <a:p>
            <a:r>
              <a:rPr lang="ru-RU" dirty="0"/>
              <a:t>Образец списка первого уровня</a:t>
            </a:r>
            <a:endParaRPr lang="en-US" dirty="0"/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</a:t>
            </a:r>
          </a:p>
          <a:p>
            <a:r>
              <a:rPr lang="ru-RU" dirty="0"/>
              <a:t>Образец списка первого уровня</a:t>
            </a:r>
          </a:p>
          <a:p>
            <a:r>
              <a:rPr lang="ru-RU" dirty="0"/>
              <a:t>Образец списка первого уровня</a:t>
            </a:r>
          </a:p>
          <a:p>
            <a:endParaRPr lang="ru-RU" dirty="0"/>
          </a:p>
        </p:txBody>
      </p:sp>
      <p:sp>
        <p:nvSpPr>
          <p:cNvPr id="15" name="Текст 17">
            <a:extLst>
              <a:ext uri="{FF2B5EF4-FFF2-40B4-BE49-F238E27FC236}">
                <a16:creationId xmlns:a16="http://schemas.microsoft.com/office/drawing/2014/main" id="{2A45C23D-56E0-BC4E-843E-66392520A89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88426" y="2658110"/>
            <a:ext cx="3283767" cy="1708150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20000"/>
              </a:lnSpc>
              <a:spcBef>
                <a:spcPts val="400"/>
              </a:spcBef>
              <a:buNone/>
              <a:defRPr sz="1000" b="0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Образец основного текста 10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17">
            <a:extLst>
              <a:ext uri="{FF2B5EF4-FFF2-40B4-BE49-F238E27FC236}">
                <a16:creationId xmlns:a16="http://schemas.microsoft.com/office/drawing/2014/main" id="{978B17E1-10D1-AD4E-94FE-2E31820B042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35714" y="4527550"/>
            <a:ext cx="3273071" cy="1708150"/>
          </a:xfrm>
          <a:prstGeom prst="rect">
            <a:avLst/>
          </a:prstGeom>
        </p:spPr>
        <p:txBody>
          <a:bodyPr lIns="0" tIns="0" rIns="108000" bIns="0"/>
          <a:lstStyle>
            <a:lvl1pPr marL="134938" indent="-134938">
              <a:lnSpc>
                <a:spcPct val="12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tx2"/>
                </a:solidFill>
                <a:latin typeface="Montserrat" pitchFamily="2" charset="0"/>
              </a:defRPr>
            </a:lvl1pPr>
            <a:lvl2pPr marL="400050" indent="-130175">
              <a:lnSpc>
                <a:spcPct val="120000"/>
              </a:lnSpc>
              <a:spcBef>
                <a:spcPts val="8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tx2"/>
                </a:solidFill>
                <a:latin typeface="Montserrat" pitchFamily="2" charset="77"/>
              </a:defRPr>
            </a:lvl2pPr>
          </a:lstStyle>
          <a:p>
            <a:r>
              <a:rPr lang="ru-RU" dirty="0"/>
              <a:t>Образец списка первого уровня</a:t>
            </a:r>
            <a:endParaRPr lang="en-US" dirty="0"/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</a:t>
            </a:r>
          </a:p>
          <a:p>
            <a:r>
              <a:rPr lang="ru-RU" dirty="0"/>
              <a:t>Образец списка первого уровня</a:t>
            </a:r>
          </a:p>
          <a:p>
            <a:r>
              <a:rPr lang="ru-RU" dirty="0"/>
              <a:t>Образец списка первого уровня</a:t>
            </a:r>
          </a:p>
          <a:p>
            <a:endParaRPr lang="ru-RU" dirty="0"/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46A842A-348D-F247-8BDF-C6F7C6971E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1564" y="855754"/>
            <a:ext cx="10201273" cy="255600"/>
          </a:xfrm>
          <a:prstGeom prst="rect">
            <a:avLst/>
          </a:prstGeom>
          <a:solidFill>
            <a:schemeClr val="accent1"/>
          </a:solidFill>
        </p:spPr>
        <p:txBody>
          <a:bodyPr lIns="108000" tIns="54000" rIns="0" anchor="ctr" anchorCtr="0"/>
          <a:lstStyle>
            <a:lvl1pPr marL="0" indent="0">
              <a:buNone/>
              <a:defRPr sz="1300" b="1" i="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r>
              <a:rPr lang="ru-RU" dirty="0"/>
              <a:t>Образец подзаголовка слайда</a:t>
            </a:r>
          </a:p>
        </p:txBody>
      </p:sp>
      <p:pic>
        <p:nvPicPr>
          <p:cNvPr id="21" name="Рисунок 2">
            <a:extLst>
              <a:ext uri="{FF2B5EF4-FFF2-40B4-BE49-F238E27FC236}">
                <a16:creationId xmlns:a16="http://schemas.microsoft.com/office/drawing/2014/main" id="{65FF4B69-05DC-E246-9459-128DFB16B7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39338" y="691329"/>
            <a:ext cx="774453" cy="24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628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лайд серы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Текст 8">
            <a:extLst>
              <a:ext uri="{FF2B5EF4-FFF2-40B4-BE49-F238E27FC236}">
                <a16:creationId xmlns:a16="http://schemas.microsoft.com/office/drawing/2014/main" id="{BEE130C7-A12B-C44F-8042-C87FA8D7E6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8426" y="1963296"/>
            <a:ext cx="3274023" cy="576000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buNone/>
              <a:defRPr sz="3600" b="1" i="0">
                <a:solidFill>
                  <a:schemeClr val="tx2"/>
                </a:solidFill>
                <a:latin typeface="Montserrat Black" pitchFamily="2" charset="0"/>
              </a:defRPr>
            </a:lvl1pPr>
          </a:lstStyle>
          <a:p>
            <a:r>
              <a:rPr lang="ru-RU" dirty="0"/>
              <a:t>346,6 млн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B951B38C-88EB-3041-BAC1-3AB3FC9814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23999" y="1955676"/>
            <a:ext cx="3283767" cy="561645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Заголовок 2 уровня 16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6" name="Текст 17">
            <a:extLst>
              <a:ext uri="{FF2B5EF4-FFF2-40B4-BE49-F238E27FC236}">
                <a16:creationId xmlns:a16="http://schemas.microsoft.com/office/drawing/2014/main" id="{B9619A78-0BA5-1F44-AC60-A6ECF9FD051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426" y="4527550"/>
            <a:ext cx="3273071" cy="1708150"/>
          </a:xfrm>
          <a:prstGeom prst="rect">
            <a:avLst/>
          </a:prstGeom>
        </p:spPr>
        <p:txBody>
          <a:bodyPr lIns="0" tIns="0" rIns="108000" bIns="0"/>
          <a:lstStyle>
            <a:lvl1pPr marL="134938" indent="-134938">
              <a:lnSpc>
                <a:spcPct val="12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000" b="0" i="0">
                <a:solidFill>
                  <a:schemeClr val="tx2"/>
                </a:solidFill>
                <a:latin typeface="Montserrat" pitchFamily="2" charset="0"/>
              </a:defRPr>
            </a:lvl1pPr>
            <a:lvl2pPr marL="400050" indent="-130175">
              <a:lnSpc>
                <a:spcPct val="120000"/>
              </a:lnSpc>
              <a:spcBef>
                <a:spcPts val="4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000" b="0" i="0">
                <a:solidFill>
                  <a:schemeClr val="tx2"/>
                </a:solidFill>
                <a:latin typeface="Montserrat" pitchFamily="2" charset="77"/>
              </a:defRPr>
            </a:lvl2pPr>
          </a:lstStyle>
          <a:p>
            <a:r>
              <a:rPr lang="ru-RU" dirty="0"/>
              <a:t>Образец списка первого уровня</a:t>
            </a:r>
            <a:endParaRPr lang="en-US" dirty="0"/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</a:t>
            </a:r>
          </a:p>
          <a:p>
            <a:r>
              <a:rPr lang="ru-RU" dirty="0"/>
              <a:t>Образец списка первого уровня</a:t>
            </a:r>
          </a:p>
          <a:p>
            <a:r>
              <a:rPr lang="ru-RU" dirty="0"/>
              <a:t>Образец списка первого уровня</a:t>
            </a:r>
          </a:p>
          <a:p>
            <a:endParaRPr lang="ru-RU" dirty="0"/>
          </a:p>
        </p:txBody>
      </p:sp>
      <p:sp>
        <p:nvSpPr>
          <p:cNvPr id="38" name="Текст 17">
            <a:extLst>
              <a:ext uri="{FF2B5EF4-FFF2-40B4-BE49-F238E27FC236}">
                <a16:creationId xmlns:a16="http://schemas.microsoft.com/office/drawing/2014/main" id="{5957B2F3-63DB-CE4E-AE79-17AE5C35BE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74013" y="1955676"/>
            <a:ext cx="3283767" cy="4272404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 b="1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Абзац крупного текста 14</a:t>
            </a:r>
            <a:r>
              <a:rPr lang="en-US" dirty="0" err="1"/>
              <a:t>pt</a:t>
            </a:r>
            <a:r>
              <a:rPr lang="en-US" dirty="0"/>
              <a:t> </a:t>
            </a:r>
            <a:r>
              <a:rPr lang="ru-RU" dirty="0"/>
              <a:t> </a:t>
            </a:r>
          </a:p>
        </p:txBody>
      </p:sp>
      <p:sp>
        <p:nvSpPr>
          <p:cNvPr id="39" name="Нижний колонтитул 4">
            <a:extLst>
              <a:ext uri="{FF2B5EF4-FFF2-40B4-BE49-F238E27FC236}">
                <a16:creationId xmlns:a16="http://schemas.microsoft.com/office/drawing/2014/main" id="{54D5B830-61EF-0D41-9DDF-33F5F2147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1420" y="2816225"/>
            <a:ext cx="255799" cy="3411856"/>
          </a:xfrm>
          <a:prstGeom prst="rect">
            <a:avLst/>
          </a:prstGeom>
        </p:spPr>
        <p:txBody>
          <a:bodyPr vert="vert270" lIns="108000" tIns="45720" rIns="91440" bIns="45720" rtlCol="0" anchor="ctr" anchorCtr="0"/>
          <a:lstStyle>
            <a:lvl1pPr algn="l">
              <a:defRPr sz="1000" b="0" i="0" spc="100" baseline="0">
                <a:solidFill>
                  <a:srgbClr val="7A7E89"/>
                </a:solidFill>
                <a:latin typeface="Montserrat Medium" pitchFamily="2" charset="0"/>
              </a:defRPr>
            </a:lvl1pPr>
          </a:lstStyle>
          <a:p>
            <a:r>
              <a:rPr lang="ru-RU" dirty="0"/>
              <a:t>НАЗВАНИЕ ПРЕЗЕНТАЦИИ ИЛИ РАЗДЕЛА</a:t>
            </a:r>
          </a:p>
        </p:txBody>
      </p:sp>
      <p:sp>
        <p:nvSpPr>
          <p:cNvPr id="40" name="Номер слайда 5">
            <a:extLst>
              <a:ext uri="{FF2B5EF4-FFF2-40B4-BE49-F238E27FC236}">
                <a16:creationId xmlns:a16="http://schemas.microsoft.com/office/drawing/2014/main" id="{3F3100B9-D293-7D4B-9A0C-526EE7C2F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521" y="6318000"/>
            <a:ext cx="173530" cy="540000"/>
          </a:xfrm>
          <a:prstGeom prst="rect">
            <a:avLst/>
          </a:prstGeom>
          <a:solidFill>
            <a:schemeClr val="tx1"/>
          </a:solidFill>
        </p:spPr>
        <p:txBody>
          <a:bodyPr vert="vert270" lIns="91440" tIns="45720" rIns="91440" bIns="45720" rtlCol="0" anchor="ctr"/>
          <a:lstStyle>
            <a:lvl1pPr algn="ctr">
              <a:defRPr sz="1000" b="0" i="0" spc="300">
                <a:solidFill>
                  <a:schemeClr val="bg1"/>
                </a:solidFill>
                <a:latin typeface="Montserrat Medium" pitchFamily="2" charset="0"/>
              </a:defRPr>
            </a:lvl1pPr>
          </a:lstStyle>
          <a:p>
            <a:fld id="{039EB638-75F7-1544-89CF-7A79493589A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Заголовок 4">
            <a:extLst>
              <a:ext uri="{FF2B5EF4-FFF2-40B4-BE49-F238E27FC236}">
                <a16:creationId xmlns:a16="http://schemas.microsoft.com/office/drawing/2014/main" id="{00F725D8-134F-AF4F-AE19-E5C4B65FD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1561" y="404813"/>
            <a:ext cx="10186219" cy="718384"/>
          </a:xfrm>
          <a:prstGeom prst="rect">
            <a:avLst/>
          </a:prstGeom>
        </p:spPr>
        <p:txBody>
          <a:bodyPr lIns="0" tIns="0" rIns="180000"/>
          <a:lstStyle>
            <a:lvl1pPr>
              <a:lnSpc>
                <a:spcPct val="80000"/>
              </a:lnSpc>
              <a:defRPr sz="3200" b="1" i="0">
                <a:solidFill>
                  <a:schemeClr val="tx2"/>
                </a:solidFill>
                <a:latin typeface="Montserrat Black" pitchFamily="2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Текст 17">
            <a:extLst>
              <a:ext uri="{FF2B5EF4-FFF2-40B4-BE49-F238E27FC236}">
                <a16:creationId xmlns:a16="http://schemas.microsoft.com/office/drawing/2014/main" id="{4EB471CB-C0BC-1B40-B7E2-CC1A6C52178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35714" y="4527550"/>
            <a:ext cx="3273071" cy="1708150"/>
          </a:xfrm>
          <a:prstGeom prst="rect">
            <a:avLst/>
          </a:prstGeom>
        </p:spPr>
        <p:txBody>
          <a:bodyPr lIns="0" tIns="0" rIns="108000" bIns="0"/>
          <a:lstStyle>
            <a:lvl1pPr marL="134938" indent="-134938">
              <a:lnSpc>
                <a:spcPct val="12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tx2"/>
                </a:solidFill>
                <a:latin typeface="Montserrat" pitchFamily="2" charset="0"/>
              </a:defRPr>
            </a:lvl1pPr>
            <a:lvl2pPr marL="400050" indent="-130175">
              <a:lnSpc>
                <a:spcPct val="120000"/>
              </a:lnSpc>
              <a:spcBef>
                <a:spcPts val="8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tx2"/>
                </a:solidFill>
                <a:latin typeface="Montserrat" pitchFamily="2" charset="77"/>
              </a:defRPr>
            </a:lvl2pPr>
          </a:lstStyle>
          <a:p>
            <a:r>
              <a:rPr lang="ru-RU" dirty="0"/>
              <a:t>Образец списка первого уровня</a:t>
            </a:r>
            <a:endParaRPr lang="en-US" dirty="0"/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</a:t>
            </a:r>
          </a:p>
          <a:p>
            <a:r>
              <a:rPr lang="ru-RU" dirty="0"/>
              <a:t>Образец списка первого уровня</a:t>
            </a:r>
          </a:p>
          <a:p>
            <a:r>
              <a:rPr lang="ru-RU" dirty="0"/>
              <a:t>Образец списка первого уровня</a:t>
            </a:r>
          </a:p>
          <a:p>
            <a:endParaRPr lang="ru-RU" dirty="0"/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C1FE0325-9325-894C-B14F-61825FF74E3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1564" y="855754"/>
            <a:ext cx="10201273" cy="255600"/>
          </a:xfrm>
          <a:prstGeom prst="rect">
            <a:avLst/>
          </a:prstGeom>
          <a:solidFill>
            <a:schemeClr val="accent1"/>
          </a:solidFill>
        </p:spPr>
        <p:txBody>
          <a:bodyPr lIns="108000" tIns="54000" rIns="0" anchor="ctr" anchorCtr="0"/>
          <a:lstStyle>
            <a:lvl1pPr marL="0" indent="0">
              <a:buNone/>
              <a:defRPr sz="1300" b="1" i="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r>
              <a:rPr lang="ru-RU" dirty="0"/>
              <a:t>Образец подзаголовка слайда</a:t>
            </a:r>
          </a:p>
        </p:txBody>
      </p:sp>
      <p:sp>
        <p:nvSpPr>
          <p:cNvPr id="14" name="Текст 17">
            <a:extLst>
              <a:ext uri="{FF2B5EF4-FFF2-40B4-BE49-F238E27FC236}">
                <a16:creationId xmlns:a16="http://schemas.microsoft.com/office/drawing/2014/main" id="{BC0084D4-52D8-E94A-A135-B1BBC4AF2E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23999" y="2658110"/>
            <a:ext cx="3283767" cy="1708150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20000"/>
              </a:lnSpc>
              <a:spcBef>
                <a:spcPts val="800"/>
              </a:spcBef>
              <a:buNone/>
              <a:defRPr sz="1200" b="0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Образец основного текста 12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17">
            <a:extLst>
              <a:ext uri="{FF2B5EF4-FFF2-40B4-BE49-F238E27FC236}">
                <a16:creationId xmlns:a16="http://schemas.microsoft.com/office/drawing/2014/main" id="{8915C919-CFE5-804D-AF94-EE6B526EDCD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88426" y="2658110"/>
            <a:ext cx="3283767" cy="1708150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20000"/>
              </a:lnSpc>
              <a:spcBef>
                <a:spcPts val="400"/>
              </a:spcBef>
              <a:buNone/>
              <a:defRPr sz="1000" b="0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Образец основного текста 10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pic>
        <p:nvPicPr>
          <p:cNvPr id="16" name="Рисунок 2">
            <a:extLst>
              <a:ext uri="{FF2B5EF4-FFF2-40B4-BE49-F238E27FC236}">
                <a16:creationId xmlns:a16="http://schemas.microsoft.com/office/drawing/2014/main" id="{35285D9B-A36B-1A44-B95B-37BEF40FE4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39338" y="691329"/>
            <a:ext cx="774453" cy="24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525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лайд серы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Текст 8">
            <a:extLst>
              <a:ext uri="{FF2B5EF4-FFF2-40B4-BE49-F238E27FC236}">
                <a16:creationId xmlns:a16="http://schemas.microsoft.com/office/drawing/2014/main" id="{BEE130C7-A12B-C44F-8042-C87FA8D7E6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8426" y="1963296"/>
            <a:ext cx="3274023" cy="576000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Montserrat Black" pitchFamily="2" charset="0"/>
              </a:defRPr>
            </a:lvl1pPr>
          </a:lstStyle>
          <a:p>
            <a:r>
              <a:rPr lang="ru-RU" dirty="0"/>
              <a:t>346,6 млн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B951B38C-88EB-3041-BAC1-3AB3FC9814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23999" y="1955676"/>
            <a:ext cx="3283767" cy="561645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Заголовок 2 уровня 16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6" name="Текст 17">
            <a:extLst>
              <a:ext uri="{FF2B5EF4-FFF2-40B4-BE49-F238E27FC236}">
                <a16:creationId xmlns:a16="http://schemas.microsoft.com/office/drawing/2014/main" id="{B9619A78-0BA5-1F44-AC60-A6ECF9FD051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426" y="4527550"/>
            <a:ext cx="3273071" cy="1708150"/>
          </a:xfrm>
          <a:prstGeom prst="rect">
            <a:avLst/>
          </a:prstGeom>
        </p:spPr>
        <p:txBody>
          <a:bodyPr lIns="0" tIns="0" rIns="108000" bIns="0"/>
          <a:lstStyle>
            <a:lvl1pPr marL="134938" indent="-134938">
              <a:lnSpc>
                <a:spcPct val="120000"/>
              </a:lnSpc>
              <a:spcBef>
                <a:spcPts val="400"/>
              </a:spcBef>
              <a:buClr>
                <a:srgbClr val="FF4346"/>
              </a:buClr>
              <a:buSzPct val="100000"/>
              <a:buFont typeface="Arial" panose="020B0604020202020204" pitchFamily="34" charset="0"/>
              <a:buChar char="•"/>
              <a:tabLst/>
              <a:defRPr sz="1000" b="0" i="0">
                <a:solidFill>
                  <a:schemeClr val="bg1"/>
                </a:solidFill>
                <a:latin typeface="Montserrat" pitchFamily="2" charset="0"/>
              </a:defRPr>
            </a:lvl1pPr>
            <a:lvl2pPr marL="400050" indent="-130175">
              <a:lnSpc>
                <a:spcPct val="120000"/>
              </a:lnSpc>
              <a:spcBef>
                <a:spcPts val="400"/>
              </a:spcBef>
              <a:buClr>
                <a:srgbClr val="FF4346"/>
              </a:buClr>
              <a:buSzPct val="100000"/>
              <a:buFont typeface="Arial" panose="020B0604020202020204" pitchFamily="34" charset="0"/>
              <a:buChar char="•"/>
              <a:tabLst/>
              <a:defRPr sz="1000" b="0" i="0">
                <a:solidFill>
                  <a:schemeClr val="bg1"/>
                </a:solidFill>
                <a:latin typeface="Montserrat" pitchFamily="2" charset="77"/>
              </a:defRPr>
            </a:lvl2pPr>
          </a:lstStyle>
          <a:p>
            <a:r>
              <a:rPr lang="ru-RU" dirty="0"/>
              <a:t>Образец списка первого уровня</a:t>
            </a:r>
            <a:endParaRPr lang="en-US" dirty="0"/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</a:t>
            </a:r>
          </a:p>
          <a:p>
            <a:r>
              <a:rPr lang="ru-RU" dirty="0"/>
              <a:t>Образец списка первого уровня</a:t>
            </a:r>
          </a:p>
          <a:p>
            <a:r>
              <a:rPr lang="ru-RU" dirty="0"/>
              <a:t>Образец списка первого уровня</a:t>
            </a:r>
          </a:p>
          <a:p>
            <a:endParaRPr lang="ru-RU" dirty="0"/>
          </a:p>
        </p:txBody>
      </p:sp>
      <p:sp>
        <p:nvSpPr>
          <p:cNvPr id="38" name="Текст 17">
            <a:extLst>
              <a:ext uri="{FF2B5EF4-FFF2-40B4-BE49-F238E27FC236}">
                <a16:creationId xmlns:a16="http://schemas.microsoft.com/office/drawing/2014/main" id="{5957B2F3-63DB-CE4E-AE79-17AE5C35BE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74013" y="1955676"/>
            <a:ext cx="3283767" cy="4272404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 b="1" i="0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Абзац крупного текста 14</a:t>
            </a:r>
            <a:r>
              <a:rPr lang="en-US" dirty="0" err="1"/>
              <a:t>pt</a:t>
            </a:r>
            <a:r>
              <a:rPr lang="en-US" dirty="0"/>
              <a:t> </a:t>
            </a:r>
            <a:r>
              <a:rPr lang="ru-RU" dirty="0"/>
              <a:t> </a:t>
            </a:r>
          </a:p>
        </p:txBody>
      </p:sp>
      <p:sp>
        <p:nvSpPr>
          <p:cNvPr id="39" name="Нижний колонтитул 4">
            <a:extLst>
              <a:ext uri="{FF2B5EF4-FFF2-40B4-BE49-F238E27FC236}">
                <a16:creationId xmlns:a16="http://schemas.microsoft.com/office/drawing/2014/main" id="{54D5B830-61EF-0D41-9DDF-33F5F2147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1420" y="2816225"/>
            <a:ext cx="255799" cy="3411856"/>
          </a:xfrm>
          <a:prstGeom prst="rect">
            <a:avLst/>
          </a:prstGeom>
        </p:spPr>
        <p:txBody>
          <a:bodyPr vert="vert270" lIns="108000" tIns="45720" rIns="91440" bIns="45720" rtlCol="0" anchor="ctr" anchorCtr="0"/>
          <a:lstStyle>
            <a:lvl1pPr algn="l">
              <a:defRPr sz="1000" b="0" i="0" spc="100" baseline="0">
                <a:solidFill>
                  <a:schemeClr val="bg1"/>
                </a:solidFill>
                <a:latin typeface="Montserrat Medium" pitchFamily="2" charset="0"/>
              </a:defRPr>
            </a:lvl1pPr>
          </a:lstStyle>
          <a:p>
            <a:r>
              <a:rPr lang="ru-RU"/>
              <a:t>НАЗВАНИЕ ПРЕЗЕНТАЦИИ ИЛИ РАЗДЕЛА</a:t>
            </a:r>
            <a:endParaRPr lang="ru-RU" dirty="0"/>
          </a:p>
        </p:txBody>
      </p:sp>
      <p:sp>
        <p:nvSpPr>
          <p:cNvPr id="40" name="Номер слайда 5">
            <a:extLst>
              <a:ext uri="{FF2B5EF4-FFF2-40B4-BE49-F238E27FC236}">
                <a16:creationId xmlns:a16="http://schemas.microsoft.com/office/drawing/2014/main" id="{3F3100B9-D293-7D4B-9A0C-526EE7C2F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521" y="6318000"/>
            <a:ext cx="173530" cy="540000"/>
          </a:xfrm>
          <a:prstGeom prst="rect">
            <a:avLst/>
          </a:prstGeom>
          <a:solidFill>
            <a:schemeClr val="bg1"/>
          </a:solidFill>
        </p:spPr>
        <p:txBody>
          <a:bodyPr vert="vert270" lIns="91440" tIns="45720" rIns="91440" bIns="45720" rtlCol="0" anchor="ctr"/>
          <a:lstStyle>
            <a:lvl1pPr algn="ctr">
              <a:defRPr sz="1000" b="0" i="0" spc="300">
                <a:solidFill>
                  <a:schemeClr val="tx2"/>
                </a:solidFill>
                <a:latin typeface="Montserrat Medium" pitchFamily="2" charset="0"/>
              </a:defRPr>
            </a:lvl1pPr>
          </a:lstStyle>
          <a:p>
            <a:fld id="{039EB638-75F7-1544-89CF-7A79493589A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Заголовок 4">
            <a:extLst>
              <a:ext uri="{FF2B5EF4-FFF2-40B4-BE49-F238E27FC236}">
                <a16:creationId xmlns:a16="http://schemas.microsoft.com/office/drawing/2014/main" id="{00F725D8-134F-AF4F-AE19-E5C4B65FD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1561" y="404813"/>
            <a:ext cx="10186219" cy="718384"/>
          </a:xfrm>
          <a:prstGeom prst="rect">
            <a:avLst/>
          </a:prstGeom>
        </p:spPr>
        <p:txBody>
          <a:bodyPr lIns="0" tIns="0" rIns="180000"/>
          <a:lstStyle>
            <a:lvl1pPr>
              <a:lnSpc>
                <a:spcPct val="80000"/>
              </a:lnSpc>
              <a:defRPr sz="3200" b="1" i="0">
                <a:solidFill>
                  <a:schemeClr val="bg1"/>
                </a:solidFill>
                <a:latin typeface="Montserrat Black" pitchFamily="2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Текст 17">
            <a:extLst>
              <a:ext uri="{FF2B5EF4-FFF2-40B4-BE49-F238E27FC236}">
                <a16:creationId xmlns:a16="http://schemas.microsoft.com/office/drawing/2014/main" id="{4EB471CB-C0BC-1B40-B7E2-CC1A6C52178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35714" y="4527550"/>
            <a:ext cx="3273071" cy="1708150"/>
          </a:xfrm>
          <a:prstGeom prst="rect">
            <a:avLst/>
          </a:prstGeom>
        </p:spPr>
        <p:txBody>
          <a:bodyPr lIns="0" tIns="0" rIns="108000" bIns="0"/>
          <a:lstStyle>
            <a:lvl1pPr marL="134938" indent="-134938">
              <a:lnSpc>
                <a:spcPct val="120000"/>
              </a:lnSpc>
              <a:spcBef>
                <a:spcPts val="800"/>
              </a:spcBef>
              <a:buClr>
                <a:srgbClr val="FF4346"/>
              </a:buClr>
              <a:buSzPct val="100000"/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bg1"/>
                </a:solidFill>
                <a:latin typeface="Montserrat" pitchFamily="2" charset="0"/>
              </a:defRPr>
            </a:lvl1pPr>
            <a:lvl2pPr marL="400050" indent="-130175">
              <a:lnSpc>
                <a:spcPct val="120000"/>
              </a:lnSpc>
              <a:spcBef>
                <a:spcPts val="800"/>
              </a:spcBef>
              <a:buClr>
                <a:srgbClr val="FF4346"/>
              </a:buClr>
              <a:buSzPct val="100000"/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bg1"/>
                </a:solidFill>
                <a:latin typeface="Montserrat" pitchFamily="2" charset="77"/>
              </a:defRPr>
            </a:lvl2pPr>
          </a:lstStyle>
          <a:p>
            <a:r>
              <a:rPr lang="ru-RU" dirty="0"/>
              <a:t>Образец списка первого уровня</a:t>
            </a:r>
            <a:endParaRPr lang="en-US" dirty="0"/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</a:t>
            </a:r>
          </a:p>
          <a:p>
            <a:r>
              <a:rPr lang="ru-RU" dirty="0"/>
              <a:t>Образец списка первого уровня</a:t>
            </a:r>
          </a:p>
          <a:p>
            <a:r>
              <a:rPr lang="ru-RU" dirty="0"/>
              <a:t>Образец списка первого уровня</a:t>
            </a:r>
          </a:p>
          <a:p>
            <a:endParaRPr lang="ru-RU" dirty="0"/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C1FE0325-9325-894C-B14F-61825FF74E3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1564" y="855754"/>
            <a:ext cx="10201273" cy="255600"/>
          </a:xfrm>
          <a:prstGeom prst="rect">
            <a:avLst/>
          </a:prstGeom>
          <a:solidFill>
            <a:schemeClr val="accent1"/>
          </a:solidFill>
        </p:spPr>
        <p:txBody>
          <a:bodyPr lIns="108000" tIns="54000" rIns="0" anchor="ctr" anchorCtr="0"/>
          <a:lstStyle>
            <a:lvl1pPr marL="0" indent="0">
              <a:buNone/>
              <a:defRPr sz="1300" b="1" i="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r>
              <a:rPr lang="ru-RU" dirty="0"/>
              <a:t>Образец подзаголовка слайда</a:t>
            </a:r>
          </a:p>
        </p:txBody>
      </p:sp>
      <p:sp>
        <p:nvSpPr>
          <p:cNvPr id="14" name="Текст 17">
            <a:extLst>
              <a:ext uri="{FF2B5EF4-FFF2-40B4-BE49-F238E27FC236}">
                <a16:creationId xmlns:a16="http://schemas.microsoft.com/office/drawing/2014/main" id="{BC0084D4-52D8-E94A-A135-B1BBC4AF2E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23999" y="2658110"/>
            <a:ext cx="3283767" cy="1708150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20000"/>
              </a:lnSpc>
              <a:spcBef>
                <a:spcPts val="800"/>
              </a:spcBef>
              <a:buNone/>
              <a:defRPr sz="1200" b="0" i="0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Образец основного текста 12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17">
            <a:extLst>
              <a:ext uri="{FF2B5EF4-FFF2-40B4-BE49-F238E27FC236}">
                <a16:creationId xmlns:a16="http://schemas.microsoft.com/office/drawing/2014/main" id="{8915C919-CFE5-804D-AF94-EE6B526EDCD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88426" y="2658110"/>
            <a:ext cx="3283767" cy="1708150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20000"/>
              </a:lnSpc>
              <a:spcBef>
                <a:spcPts val="400"/>
              </a:spcBef>
              <a:buNone/>
              <a:defRPr sz="1000" b="0" i="0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Образец основного текста 10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pic>
        <p:nvPicPr>
          <p:cNvPr id="19" name="Picture 14">
            <a:extLst>
              <a:ext uri="{FF2B5EF4-FFF2-40B4-BE49-F238E27FC236}">
                <a16:creationId xmlns:a16="http://schemas.microsoft.com/office/drawing/2014/main" id="{8F76553E-AACB-DF41-9B5E-32A2F193A6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24406" y="692770"/>
            <a:ext cx="790777" cy="24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8802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Слайд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B92CB33-4C66-C04B-A709-6C28BE1931C9}"/>
              </a:ext>
            </a:extLst>
          </p:cNvPr>
          <p:cNvSpPr/>
          <p:nvPr userDrawn="1"/>
        </p:nvSpPr>
        <p:spPr>
          <a:xfrm>
            <a:off x="6251575" y="0"/>
            <a:ext cx="594042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Номер слайда 5">
            <a:extLst>
              <a:ext uri="{FF2B5EF4-FFF2-40B4-BE49-F238E27FC236}">
                <a16:creationId xmlns:a16="http://schemas.microsoft.com/office/drawing/2014/main" id="{D368035D-FE59-5A47-97A8-D9168A738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521" y="6318000"/>
            <a:ext cx="173530" cy="540000"/>
          </a:xfrm>
          <a:prstGeom prst="rect">
            <a:avLst/>
          </a:prstGeom>
          <a:solidFill>
            <a:schemeClr val="tx1"/>
          </a:solidFill>
        </p:spPr>
        <p:txBody>
          <a:bodyPr vert="vert270" lIns="91440" tIns="45720" rIns="91440" bIns="45720" rtlCol="0" anchor="ctr"/>
          <a:lstStyle>
            <a:lvl1pPr algn="ctr">
              <a:defRPr sz="1000" b="0" i="0" spc="300">
                <a:solidFill>
                  <a:schemeClr val="bg1"/>
                </a:solidFill>
                <a:latin typeface="Montserrat Medium" pitchFamily="2" charset="0"/>
              </a:defRPr>
            </a:lvl1pPr>
          </a:lstStyle>
          <a:p>
            <a:fld id="{039EB638-75F7-1544-89CF-7A79493589A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1" name="Текст 8">
            <a:extLst>
              <a:ext uri="{FF2B5EF4-FFF2-40B4-BE49-F238E27FC236}">
                <a16:creationId xmlns:a16="http://schemas.microsoft.com/office/drawing/2014/main" id="{F229A320-0B26-0E49-A38D-32230BCF17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48488" y="1109663"/>
            <a:ext cx="4324350" cy="576000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buNone/>
              <a:defRPr sz="3600" b="1" i="0">
                <a:solidFill>
                  <a:schemeClr val="tx2"/>
                </a:solidFill>
                <a:latin typeface="Montserrat Black" pitchFamily="2" charset="0"/>
              </a:defRPr>
            </a:lvl1pPr>
          </a:lstStyle>
          <a:p>
            <a:r>
              <a:rPr lang="ru-RU" dirty="0"/>
              <a:t>346,6 млн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5F707C98-1D2C-E64E-8D00-B1DBC4CDDD1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1561" y="1956796"/>
            <a:ext cx="5001034" cy="561645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Заголовок 2 уровня 16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44" name="Текст 17">
            <a:extLst>
              <a:ext uri="{FF2B5EF4-FFF2-40B4-BE49-F238E27FC236}">
                <a16:creationId xmlns:a16="http://schemas.microsoft.com/office/drawing/2014/main" id="{3B969D35-3E1D-AF4D-AC4B-E5A6C6E791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49489" y="1704123"/>
            <a:ext cx="4323093" cy="2141756"/>
          </a:xfrm>
          <a:prstGeom prst="rect">
            <a:avLst/>
          </a:prstGeom>
        </p:spPr>
        <p:txBody>
          <a:bodyPr lIns="0" tIns="0" rIns="108000" bIns="0"/>
          <a:lstStyle>
            <a:lvl1pPr marL="134938" indent="-134938">
              <a:lnSpc>
                <a:spcPct val="12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000" b="0" i="0">
                <a:solidFill>
                  <a:schemeClr val="tx2"/>
                </a:solidFill>
                <a:latin typeface="Montserrat" pitchFamily="2" charset="0"/>
              </a:defRPr>
            </a:lvl1pPr>
            <a:lvl2pPr marL="400050" indent="-130175">
              <a:lnSpc>
                <a:spcPct val="120000"/>
              </a:lnSpc>
              <a:spcBef>
                <a:spcPts val="4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000" b="0" i="0">
                <a:solidFill>
                  <a:schemeClr val="tx2"/>
                </a:solidFill>
                <a:latin typeface="Montserrat" pitchFamily="2" charset="77"/>
              </a:defRPr>
            </a:lvl2pPr>
          </a:lstStyle>
          <a:p>
            <a:r>
              <a:rPr lang="ru-RU" dirty="0"/>
              <a:t>Образец списка первого уровня</a:t>
            </a:r>
            <a:endParaRPr lang="en-US" dirty="0"/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 </a:t>
            </a:r>
            <a:r>
              <a:rPr lang="en-US" dirty="0"/>
              <a:t>	</a:t>
            </a:r>
            <a:endParaRPr lang="ru-RU" dirty="0"/>
          </a:p>
          <a:p>
            <a:r>
              <a:rPr lang="ru-RU" dirty="0"/>
              <a:t>Образец списка первого уровня</a:t>
            </a:r>
          </a:p>
          <a:p>
            <a:r>
              <a:rPr lang="ru-RU" dirty="0"/>
              <a:t>Образец списка первого уровня</a:t>
            </a:r>
          </a:p>
          <a:p>
            <a:endParaRPr lang="ru-RU" dirty="0"/>
          </a:p>
        </p:txBody>
      </p:sp>
      <p:sp>
        <p:nvSpPr>
          <p:cNvPr id="46" name="Текст 17">
            <a:extLst>
              <a:ext uri="{FF2B5EF4-FFF2-40B4-BE49-F238E27FC236}">
                <a16:creationId xmlns:a16="http://schemas.microsoft.com/office/drawing/2014/main" id="{F4E5F75D-3800-834C-BFE1-7964E58920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1561" y="2545587"/>
            <a:ext cx="5001034" cy="1285051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 b="1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Абзац крупного текста 14</a:t>
            </a:r>
            <a:r>
              <a:rPr lang="en-US" dirty="0" err="1"/>
              <a:t>pt</a:t>
            </a:r>
            <a:r>
              <a:rPr lang="en-US" dirty="0"/>
              <a:t> </a:t>
            </a:r>
            <a:r>
              <a:rPr lang="ru-RU" dirty="0"/>
              <a:t> </a:t>
            </a:r>
          </a:p>
        </p:txBody>
      </p:sp>
      <p:sp>
        <p:nvSpPr>
          <p:cNvPr id="13" name="Заголовок 4">
            <a:extLst>
              <a:ext uri="{FF2B5EF4-FFF2-40B4-BE49-F238E27FC236}">
                <a16:creationId xmlns:a16="http://schemas.microsoft.com/office/drawing/2014/main" id="{FFC38C66-8890-584B-9EA7-12B192AD33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1562" y="404813"/>
            <a:ext cx="5014914" cy="718384"/>
          </a:xfrm>
          <a:prstGeom prst="rect">
            <a:avLst/>
          </a:prstGeom>
        </p:spPr>
        <p:txBody>
          <a:bodyPr lIns="0" tIns="0" rIns="180000"/>
          <a:lstStyle>
            <a:lvl1pPr>
              <a:lnSpc>
                <a:spcPct val="80000"/>
              </a:lnSpc>
              <a:defRPr sz="3200" b="1" i="0">
                <a:solidFill>
                  <a:schemeClr val="tx2"/>
                </a:solidFill>
                <a:latin typeface="Montserrat Black" pitchFamily="2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4" name="Текст 6">
            <a:extLst>
              <a:ext uri="{FF2B5EF4-FFF2-40B4-BE49-F238E27FC236}">
                <a16:creationId xmlns:a16="http://schemas.microsoft.com/office/drawing/2014/main" id="{89C003B1-211A-0A41-825B-5C73AD3E58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1564" y="852611"/>
            <a:ext cx="5022325" cy="255600"/>
          </a:xfrm>
          <a:prstGeom prst="rect">
            <a:avLst/>
          </a:prstGeom>
          <a:solidFill>
            <a:schemeClr val="accent1"/>
          </a:solidFill>
        </p:spPr>
        <p:txBody>
          <a:bodyPr lIns="108000" tIns="54000" rIns="0" anchor="ctr" anchorCtr="0"/>
          <a:lstStyle>
            <a:lvl1pPr marL="0" indent="0">
              <a:buNone/>
              <a:defRPr sz="1300" b="1" i="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r>
              <a:rPr lang="ru-RU" dirty="0"/>
              <a:t>Образец подзаголовка слайда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94EE880-BE48-0146-B0CD-3D9061CDC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1420" y="2816225"/>
            <a:ext cx="255799" cy="3411856"/>
          </a:xfrm>
          <a:prstGeom prst="rect">
            <a:avLst/>
          </a:prstGeom>
        </p:spPr>
        <p:txBody>
          <a:bodyPr vert="vert270" lIns="108000" tIns="45720" rIns="91440" bIns="45720" rtlCol="0" anchor="ctr" anchorCtr="0"/>
          <a:lstStyle>
            <a:lvl1pPr algn="l">
              <a:defRPr sz="1000" b="0" i="0" spc="100" baseline="0">
                <a:solidFill>
                  <a:srgbClr val="7A7E89"/>
                </a:solidFill>
                <a:latin typeface="Montserrat Medium" pitchFamily="2" charset="0"/>
              </a:defRPr>
            </a:lvl1pPr>
          </a:lstStyle>
          <a:p>
            <a:r>
              <a:rPr lang="ru-RU" dirty="0"/>
              <a:t>НАЗВАНИЕ ПРЕЗЕНТАЦИИ ИЛИ РАЗДЕЛА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0ECB48C6-5BA1-5243-AD61-086BC260DC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1561" y="3845878"/>
            <a:ext cx="5001034" cy="1061402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20000"/>
              </a:lnSpc>
              <a:spcBef>
                <a:spcPts val="800"/>
              </a:spcBef>
              <a:buNone/>
              <a:defRPr sz="1200" b="0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Образец основного текста 12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17">
            <a:extLst>
              <a:ext uri="{FF2B5EF4-FFF2-40B4-BE49-F238E27FC236}">
                <a16:creationId xmlns:a16="http://schemas.microsoft.com/office/drawing/2014/main" id="{833C3F78-B5DC-8149-A724-32DD47AF82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1561" y="4922520"/>
            <a:ext cx="5001034" cy="1325880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20000"/>
              </a:lnSpc>
              <a:spcBef>
                <a:spcPts val="400"/>
              </a:spcBef>
              <a:buNone/>
              <a:defRPr sz="1000" b="0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Образец основного текста 10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17">
            <a:extLst>
              <a:ext uri="{FF2B5EF4-FFF2-40B4-BE49-F238E27FC236}">
                <a16:creationId xmlns:a16="http://schemas.microsoft.com/office/drawing/2014/main" id="{54B982F9-3D8D-B448-B4BB-3BE4ACD1083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49489" y="3926114"/>
            <a:ext cx="4323093" cy="2337525"/>
          </a:xfrm>
          <a:prstGeom prst="rect">
            <a:avLst/>
          </a:prstGeom>
        </p:spPr>
        <p:txBody>
          <a:bodyPr lIns="0" tIns="0" rIns="108000" bIns="0"/>
          <a:lstStyle>
            <a:lvl1pPr marL="134938" indent="-134938">
              <a:lnSpc>
                <a:spcPct val="12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tx2"/>
                </a:solidFill>
                <a:latin typeface="Montserrat" pitchFamily="2" charset="0"/>
              </a:defRPr>
            </a:lvl1pPr>
            <a:lvl2pPr marL="400050" indent="-130175">
              <a:lnSpc>
                <a:spcPct val="120000"/>
              </a:lnSpc>
              <a:spcBef>
                <a:spcPts val="8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tx2"/>
                </a:solidFill>
                <a:latin typeface="Montserrat" pitchFamily="2" charset="77"/>
              </a:defRPr>
            </a:lvl2pPr>
          </a:lstStyle>
          <a:p>
            <a:r>
              <a:rPr lang="ru-RU" dirty="0"/>
              <a:t>Образец списка первого уровня</a:t>
            </a:r>
            <a:endParaRPr lang="en-US" dirty="0"/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 </a:t>
            </a:r>
            <a:r>
              <a:rPr lang="en-US" dirty="0"/>
              <a:t>	</a:t>
            </a:r>
            <a:endParaRPr lang="ru-RU" dirty="0"/>
          </a:p>
          <a:p>
            <a:r>
              <a:rPr lang="ru-RU" dirty="0"/>
              <a:t>Образец списка первого уровня</a:t>
            </a:r>
          </a:p>
          <a:p>
            <a:r>
              <a:rPr lang="ru-RU" dirty="0"/>
              <a:t>Образец списка первого уровня</a:t>
            </a:r>
          </a:p>
          <a:p>
            <a:endParaRPr lang="ru-RU" dirty="0"/>
          </a:p>
        </p:txBody>
      </p:sp>
      <p:pic>
        <p:nvPicPr>
          <p:cNvPr id="16" name="Рисунок 2">
            <a:extLst>
              <a:ext uri="{FF2B5EF4-FFF2-40B4-BE49-F238E27FC236}">
                <a16:creationId xmlns:a16="http://schemas.microsoft.com/office/drawing/2014/main" id="{FC7823D0-5BE9-724F-AFD5-A1AAC85BC4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39338" y="691329"/>
            <a:ext cx="774453" cy="24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8861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 Слайд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B92CB33-4C66-C04B-A709-6C28BE1931C9}"/>
              </a:ext>
            </a:extLst>
          </p:cNvPr>
          <p:cNvSpPr/>
          <p:nvPr userDrawn="1"/>
        </p:nvSpPr>
        <p:spPr>
          <a:xfrm>
            <a:off x="0" y="0"/>
            <a:ext cx="608647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Номер слайда 5">
            <a:extLst>
              <a:ext uri="{FF2B5EF4-FFF2-40B4-BE49-F238E27FC236}">
                <a16:creationId xmlns:a16="http://schemas.microsoft.com/office/drawing/2014/main" id="{D368035D-FE59-5A47-97A8-D9168A738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521" y="6318000"/>
            <a:ext cx="173530" cy="540000"/>
          </a:xfrm>
          <a:prstGeom prst="rect">
            <a:avLst/>
          </a:prstGeom>
          <a:solidFill>
            <a:schemeClr val="tx1"/>
          </a:solidFill>
        </p:spPr>
        <p:txBody>
          <a:bodyPr vert="vert270" lIns="91440" tIns="45720" rIns="91440" bIns="45720" rtlCol="0" anchor="ctr"/>
          <a:lstStyle>
            <a:lvl1pPr algn="ctr">
              <a:defRPr sz="1000" b="0" i="0" spc="300">
                <a:solidFill>
                  <a:schemeClr val="bg1"/>
                </a:solidFill>
                <a:latin typeface="Montserrat Medium" pitchFamily="2" charset="0"/>
              </a:defRPr>
            </a:lvl1pPr>
          </a:lstStyle>
          <a:p>
            <a:fld id="{039EB638-75F7-1544-89CF-7A79493589A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1" name="Текст 8">
            <a:extLst>
              <a:ext uri="{FF2B5EF4-FFF2-40B4-BE49-F238E27FC236}">
                <a16:creationId xmlns:a16="http://schemas.microsoft.com/office/drawing/2014/main" id="{F229A320-0B26-0E49-A38D-32230BCF17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48488" y="1109663"/>
            <a:ext cx="4324350" cy="576000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buNone/>
              <a:defRPr sz="3600" b="1" i="0">
                <a:solidFill>
                  <a:schemeClr val="tx2"/>
                </a:solidFill>
                <a:latin typeface="Montserrat Black" pitchFamily="2" charset="0"/>
              </a:defRPr>
            </a:lvl1pPr>
          </a:lstStyle>
          <a:p>
            <a:r>
              <a:rPr lang="ru-RU" dirty="0"/>
              <a:t>346,6 млн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5F707C98-1D2C-E64E-8D00-B1DBC4CDDD1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1561" y="1956796"/>
            <a:ext cx="5001034" cy="561645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Заголовок 2 уровня 16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43" name="Текст 17">
            <a:extLst>
              <a:ext uri="{FF2B5EF4-FFF2-40B4-BE49-F238E27FC236}">
                <a16:creationId xmlns:a16="http://schemas.microsoft.com/office/drawing/2014/main" id="{3184EAB7-E3F1-6841-99C0-A029EFCF73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1561" y="3845878"/>
            <a:ext cx="5001034" cy="1061402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20000"/>
              </a:lnSpc>
              <a:spcBef>
                <a:spcPts val="800"/>
              </a:spcBef>
              <a:buNone/>
              <a:defRPr sz="1200" b="0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Образец основного текста 12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44" name="Текст 17">
            <a:extLst>
              <a:ext uri="{FF2B5EF4-FFF2-40B4-BE49-F238E27FC236}">
                <a16:creationId xmlns:a16="http://schemas.microsoft.com/office/drawing/2014/main" id="{3B969D35-3E1D-AF4D-AC4B-E5A6C6E791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49489" y="1704123"/>
            <a:ext cx="4323093" cy="2141756"/>
          </a:xfrm>
          <a:prstGeom prst="rect">
            <a:avLst/>
          </a:prstGeom>
        </p:spPr>
        <p:txBody>
          <a:bodyPr lIns="0" tIns="0" rIns="108000" bIns="0"/>
          <a:lstStyle>
            <a:lvl1pPr marL="134938" indent="-134938">
              <a:lnSpc>
                <a:spcPct val="12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000" b="0" i="0">
                <a:solidFill>
                  <a:schemeClr val="tx2"/>
                </a:solidFill>
                <a:latin typeface="Montserrat" pitchFamily="2" charset="0"/>
              </a:defRPr>
            </a:lvl1pPr>
            <a:lvl2pPr marL="400050" indent="-130175">
              <a:lnSpc>
                <a:spcPct val="120000"/>
              </a:lnSpc>
              <a:spcBef>
                <a:spcPts val="4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000" b="0" i="0">
                <a:solidFill>
                  <a:schemeClr val="tx2"/>
                </a:solidFill>
                <a:latin typeface="Montserrat" pitchFamily="2" charset="77"/>
              </a:defRPr>
            </a:lvl2pPr>
          </a:lstStyle>
          <a:p>
            <a:r>
              <a:rPr lang="ru-RU" dirty="0"/>
              <a:t>Образец списка первого уровня</a:t>
            </a:r>
            <a:endParaRPr lang="en-US" dirty="0"/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 </a:t>
            </a:r>
            <a:r>
              <a:rPr lang="en-US" dirty="0"/>
              <a:t>	</a:t>
            </a:r>
            <a:endParaRPr lang="ru-RU" dirty="0"/>
          </a:p>
          <a:p>
            <a:r>
              <a:rPr lang="ru-RU" dirty="0"/>
              <a:t>Образец списка первого уровня</a:t>
            </a:r>
          </a:p>
          <a:p>
            <a:r>
              <a:rPr lang="ru-RU" dirty="0"/>
              <a:t>Образец списка первого уровня</a:t>
            </a:r>
          </a:p>
          <a:p>
            <a:endParaRPr lang="ru-RU" dirty="0"/>
          </a:p>
        </p:txBody>
      </p:sp>
      <p:sp>
        <p:nvSpPr>
          <p:cNvPr id="45" name="Текст 17">
            <a:extLst>
              <a:ext uri="{FF2B5EF4-FFF2-40B4-BE49-F238E27FC236}">
                <a16:creationId xmlns:a16="http://schemas.microsoft.com/office/drawing/2014/main" id="{0385A10A-4C4F-AC46-ACE8-2F84912D126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1561" y="4922520"/>
            <a:ext cx="5001034" cy="1325880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20000"/>
              </a:lnSpc>
              <a:spcBef>
                <a:spcPts val="400"/>
              </a:spcBef>
              <a:buNone/>
              <a:defRPr sz="1000" b="0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Образец основного текста 10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46" name="Текст 17">
            <a:extLst>
              <a:ext uri="{FF2B5EF4-FFF2-40B4-BE49-F238E27FC236}">
                <a16:creationId xmlns:a16="http://schemas.microsoft.com/office/drawing/2014/main" id="{F4E5F75D-3800-834C-BFE1-7964E58920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1561" y="2545587"/>
            <a:ext cx="5001034" cy="1285051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 b="1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Абзац крупного текста 14</a:t>
            </a:r>
            <a:r>
              <a:rPr lang="en-US" dirty="0" err="1"/>
              <a:t>pt</a:t>
            </a:r>
            <a:r>
              <a:rPr lang="en-US" dirty="0"/>
              <a:t> </a:t>
            </a:r>
            <a:r>
              <a:rPr lang="ru-RU" dirty="0"/>
              <a:t> </a:t>
            </a:r>
          </a:p>
        </p:txBody>
      </p:sp>
      <p:sp>
        <p:nvSpPr>
          <p:cNvPr id="13" name="Заголовок 4">
            <a:extLst>
              <a:ext uri="{FF2B5EF4-FFF2-40B4-BE49-F238E27FC236}">
                <a16:creationId xmlns:a16="http://schemas.microsoft.com/office/drawing/2014/main" id="{FFC38C66-8890-584B-9EA7-12B192AD33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1562" y="404813"/>
            <a:ext cx="5014914" cy="718384"/>
          </a:xfrm>
          <a:prstGeom prst="rect">
            <a:avLst/>
          </a:prstGeom>
        </p:spPr>
        <p:txBody>
          <a:bodyPr lIns="0" tIns="0" rIns="180000"/>
          <a:lstStyle>
            <a:lvl1pPr>
              <a:lnSpc>
                <a:spcPct val="80000"/>
              </a:lnSpc>
              <a:defRPr sz="3200" b="1" i="0">
                <a:solidFill>
                  <a:schemeClr val="tx2"/>
                </a:solidFill>
                <a:latin typeface="Montserrat Black" pitchFamily="2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4" name="Текст 6">
            <a:extLst>
              <a:ext uri="{FF2B5EF4-FFF2-40B4-BE49-F238E27FC236}">
                <a16:creationId xmlns:a16="http://schemas.microsoft.com/office/drawing/2014/main" id="{89C003B1-211A-0A41-825B-5C73AD3E58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1564" y="853371"/>
            <a:ext cx="5022325" cy="255600"/>
          </a:xfrm>
          <a:prstGeom prst="rect">
            <a:avLst/>
          </a:prstGeom>
          <a:solidFill>
            <a:schemeClr val="accent1"/>
          </a:solidFill>
        </p:spPr>
        <p:txBody>
          <a:bodyPr lIns="108000" tIns="54000" rIns="0" anchor="ctr" anchorCtr="0"/>
          <a:lstStyle>
            <a:lvl1pPr marL="0" indent="0">
              <a:buNone/>
              <a:defRPr sz="1300" b="1" i="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r>
              <a:rPr lang="ru-RU" dirty="0"/>
              <a:t>Образец подзаголовка слайда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94EE880-BE48-0146-B0CD-3D9061CDC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1420" y="2816225"/>
            <a:ext cx="255799" cy="3411856"/>
          </a:xfrm>
          <a:prstGeom prst="rect">
            <a:avLst/>
          </a:prstGeom>
        </p:spPr>
        <p:txBody>
          <a:bodyPr vert="vert270" lIns="108000" tIns="45720" rIns="91440" bIns="45720" rtlCol="0" anchor="ctr" anchorCtr="0"/>
          <a:lstStyle>
            <a:lvl1pPr algn="l">
              <a:defRPr sz="1000" b="0" i="0" spc="100" baseline="0">
                <a:solidFill>
                  <a:srgbClr val="7A7E89"/>
                </a:solidFill>
                <a:latin typeface="Montserrat Medium" pitchFamily="2" charset="0"/>
              </a:defRPr>
            </a:lvl1pPr>
          </a:lstStyle>
          <a:p>
            <a:r>
              <a:rPr lang="ru-RU" dirty="0"/>
              <a:t>НАЗВАНИЕ ПРЕЗЕНТАЦИИ ИЛИ РАЗДЕЛА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F4BDEF2F-3E57-5449-990C-7A54D63435E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49489" y="3926114"/>
            <a:ext cx="4323093" cy="2337525"/>
          </a:xfrm>
          <a:prstGeom prst="rect">
            <a:avLst/>
          </a:prstGeom>
        </p:spPr>
        <p:txBody>
          <a:bodyPr lIns="0" tIns="0" rIns="108000" bIns="0"/>
          <a:lstStyle>
            <a:lvl1pPr marL="134938" indent="-134938">
              <a:lnSpc>
                <a:spcPct val="12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tx2"/>
                </a:solidFill>
                <a:latin typeface="Montserrat" pitchFamily="2" charset="0"/>
              </a:defRPr>
            </a:lvl1pPr>
            <a:lvl2pPr marL="400050" indent="-130175">
              <a:lnSpc>
                <a:spcPct val="120000"/>
              </a:lnSpc>
              <a:spcBef>
                <a:spcPts val="8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tx2"/>
                </a:solidFill>
                <a:latin typeface="Montserrat" pitchFamily="2" charset="77"/>
              </a:defRPr>
            </a:lvl2pPr>
          </a:lstStyle>
          <a:p>
            <a:r>
              <a:rPr lang="ru-RU" dirty="0"/>
              <a:t>Образец списка первого уровня</a:t>
            </a:r>
            <a:endParaRPr lang="en-US" dirty="0"/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 </a:t>
            </a:r>
            <a:r>
              <a:rPr lang="en-US" dirty="0"/>
              <a:t>	</a:t>
            </a:r>
            <a:endParaRPr lang="ru-RU" dirty="0"/>
          </a:p>
          <a:p>
            <a:r>
              <a:rPr lang="ru-RU" dirty="0"/>
              <a:t>Образец списка первого уровня</a:t>
            </a:r>
          </a:p>
          <a:p>
            <a:r>
              <a:rPr lang="ru-RU" dirty="0"/>
              <a:t>Образец списка первого уровня</a:t>
            </a:r>
          </a:p>
          <a:p>
            <a:endParaRPr lang="ru-RU" dirty="0"/>
          </a:p>
        </p:txBody>
      </p:sp>
      <p:pic>
        <p:nvPicPr>
          <p:cNvPr id="17" name="Рисунок 2">
            <a:extLst>
              <a:ext uri="{FF2B5EF4-FFF2-40B4-BE49-F238E27FC236}">
                <a16:creationId xmlns:a16="http://schemas.microsoft.com/office/drawing/2014/main" id="{5218C923-FB87-6E47-B770-F8BBD6643C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39338" y="691329"/>
            <a:ext cx="774453" cy="24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6842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 Слайд 1/2_тем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B92CB33-4C66-C04B-A709-6C28BE1931C9}"/>
              </a:ext>
            </a:extLst>
          </p:cNvPr>
          <p:cNvSpPr/>
          <p:nvPr userDrawn="1"/>
        </p:nvSpPr>
        <p:spPr>
          <a:xfrm>
            <a:off x="0" y="0"/>
            <a:ext cx="608647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Текст 8">
            <a:extLst>
              <a:ext uri="{FF2B5EF4-FFF2-40B4-BE49-F238E27FC236}">
                <a16:creationId xmlns:a16="http://schemas.microsoft.com/office/drawing/2014/main" id="{F229A320-0B26-0E49-A38D-32230BCF17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48488" y="1109663"/>
            <a:ext cx="4324350" cy="576000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buNone/>
              <a:defRPr sz="3600" b="1" i="0">
                <a:solidFill>
                  <a:schemeClr val="tx2"/>
                </a:solidFill>
                <a:latin typeface="Montserrat Black" pitchFamily="2" charset="0"/>
              </a:defRPr>
            </a:lvl1pPr>
          </a:lstStyle>
          <a:p>
            <a:r>
              <a:rPr lang="ru-RU" dirty="0"/>
              <a:t>346,6 млн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5F707C98-1D2C-E64E-8D00-B1DBC4CDDD1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1561" y="1956796"/>
            <a:ext cx="4791911" cy="561645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Заголовок 2 уровня 16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43" name="Текст 17">
            <a:extLst>
              <a:ext uri="{FF2B5EF4-FFF2-40B4-BE49-F238E27FC236}">
                <a16:creationId xmlns:a16="http://schemas.microsoft.com/office/drawing/2014/main" id="{3184EAB7-E3F1-6841-99C0-A029EFCF73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1561" y="3845878"/>
            <a:ext cx="4791911" cy="1061402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20000"/>
              </a:lnSpc>
              <a:spcBef>
                <a:spcPts val="800"/>
              </a:spcBef>
              <a:buNone/>
              <a:defRPr sz="1200" b="0" i="0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Образец основного текста 12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44" name="Текст 17">
            <a:extLst>
              <a:ext uri="{FF2B5EF4-FFF2-40B4-BE49-F238E27FC236}">
                <a16:creationId xmlns:a16="http://schemas.microsoft.com/office/drawing/2014/main" id="{3B969D35-3E1D-AF4D-AC4B-E5A6C6E791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49489" y="1704123"/>
            <a:ext cx="4323093" cy="2141756"/>
          </a:xfrm>
          <a:prstGeom prst="rect">
            <a:avLst/>
          </a:prstGeom>
        </p:spPr>
        <p:txBody>
          <a:bodyPr lIns="0" tIns="0" rIns="108000" bIns="0"/>
          <a:lstStyle>
            <a:lvl1pPr marL="134938" indent="-134938">
              <a:lnSpc>
                <a:spcPct val="12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000" b="0" i="0">
                <a:solidFill>
                  <a:schemeClr val="tx2"/>
                </a:solidFill>
                <a:latin typeface="Montserrat" pitchFamily="2" charset="0"/>
              </a:defRPr>
            </a:lvl1pPr>
            <a:lvl2pPr marL="400050" indent="-130175">
              <a:lnSpc>
                <a:spcPct val="120000"/>
              </a:lnSpc>
              <a:spcBef>
                <a:spcPts val="4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000" b="0" i="0">
                <a:solidFill>
                  <a:schemeClr val="tx2"/>
                </a:solidFill>
                <a:latin typeface="Montserrat" pitchFamily="2" charset="77"/>
              </a:defRPr>
            </a:lvl2pPr>
          </a:lstStyle>
          <a:p>
            <a:r>
              <a:rPr lang="ru-RU" dirty="0"/>
              <a:t>Образец списка первого уровня</a:t>
            </a:r>
            <a:endParaRPr lang="en-US" dirty="0"/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 </a:t>
            </a:r>
            <a:r>
              <a:rPr lang="en-US" dirty="0"/>
              <a:t>	</a:t>
            </a:r>
            <a:endParaRPr lang="ru-RU" dirty="0"/>
          </a:p>
          <a:p>
            <a:r>
              <a:rPr lang="ru-RU" dirty="0"/>
              <a:t>Образец списка первого уровня</a:t>
            </a:r>
          </a:p>
          <a:p>
            <a:r>
              <a:rPr lang="ru-RU" dirty="0"/>
              <a:t>Образец списка первого уровня</a:t>
            </a:r>
          </a:p>
          <a:p>
            <a:endParaRPr lang="ru-RU" dirty="0"/>
          </a:p>
        </p:txBody>
      </p:sp>
      <p:sp>
        <p:nvSpPr>
          <p:cNvPr id="45" name="Текст 17">
            <a:extLst>
              <a:ext uri="{FF2B5EF4-FFF2-40B4-BE49-F238E27FC236}">
                <a16:creationId xmlns:a16="http://schemas.microsoft.com/office/drawing/2014/main" id="{0385A10A-4C4F-AC46-ACE8-2F84912D126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1561" y="4922520"/>
            <a:ext cx="4791911" cy="1325880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20000"/>
              </a:lnSpc>
              <a:spcBef>
                <a:spcPts val="400"/>
              </a:spcBef>
              <a:buNone/>
              <a:defRPr sz="1000" b="0" i="0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Образец основного текста 10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46" name="Текст 17">
            <a:extLst>
              <a:ext uri="{FF2B5EF4-FFF2-40B4-BE49-F238E27FC236}">
                <a16:creationId xmlns:a16="http://schemas.microsoft.com/office/drawing/2014/main" id="{F4E5F75D-3800-834C-BFE1-7964E58920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1561" y="2545587"/>
            <a:ext cx="4791911" cy="1285051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 b="1" i="0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Абзац крупного текста 14</a:t>
            </a:r>
            <a:r>
              <a:rPr lang="en-US" dirty="0" err="1"/>
              <a:t>pt</a:t>
            </a:r>
            <a:r>
              <a:rPr lang="en-US" dirty="0"/>
              <a:t> </a:t>
            </a:r>
            <a:r>
              <a:rPr lang="ru-RU" dirty="0"/>
              <a:t> </a:t>
            </a:r>
          </a:p>
        </p:txBody>
      </p:sp>
      <p:sp>
        <p:nvSpPr>
          <p:cNvPr id="16" name="Текст 17">
            <a:extLst>
              <a:ext uri="{FF2B5EF4-FFF2-40B4-BE49-F238E27FC236}">
                <a16:creationId xmlns:a16="http://schemas.microsoft.com/office/drawing/2014/main" id="{B3C189B3-E2F4-524C-9CDE-F1865272E4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49489" y="3926114"/>
            <a:ext cx="4323093" cy="2337525"/>
          </a:xfrm>
          <a:prstGeom prst="rect">
            <a:avLst/>
          </a:prstGeom>
        </p:spPr>
        <p:txBody>
          <a:bodyPr lIns="0" tIns="0" rIns="108000" bIns="0"/>
          <a:lstStyle>
            <a:lvl1pPr marL="134938" indent="-134938">
              <a:lnSpc>
                <a:spcPct val="12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tx2"/>
                </a:solidFill>
                <a:latin typeface="Montserrat" pitchFamily="2" charset="0"/>
              </a:defRPr>
            </a:lvl1pPr>
            <a:lvl2pPr marL="400050" indent="-130175">
              <a:lnSpc>
                <a:spcPct val="120000"/>
              </a:lnSpc>
              <a:spcBef>
                <a:spcPts val="8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tx2"/>
                </a:solidFill>
                <a:latin typeface="Montserrat" pitchFamily="2" charset="77"/>
              </a:defRPr>
            </a:lvl2pPr>
          </a:lstStyle>
          <a:p>
            <a:r>
              <a:rPr lang="ru-RU" dirty="0"/>
              <a:t>Образец списка первого уровня</a:t>
            </a:r>
            <a:endParaRPr lang="en-US" dirty="0"/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 </a:t>
            </a:r>
            <a:r>
              <a:rPr lang="en-US" dirty="0"/>
              <a:t>	</a:t>
            </a:r>
            <a:endParaRPr lang="ru-RU" dirty="0"/>
          </a:p>
          <a:p>
            <a:r>
              <a:rPr lang="ru-RU" dirty="0"/>
              <a:t>Образец списка первого уровня</a:t>
            </a:r>
          </a:p>
          <a:p>
            <a:r>
              <a:rPr lang="ru-RU" dirty="0"/>
              <a:t>Образец списка первого уровня</a:t>
            </a:r>
          </a:p>
          <a:p>
            <a:endParaRPr lang="ru-RU" dirty="0"/>
          </a:p>
        </p:txBody>
      </p:sp>
      <p:sp>
        <p:nvSpPr>
          <p:cNvPr id="18" name="Нижний колонтитул 4">
            <a:extLst>
              <a:ext uri="{FF2B5EF4-FFF2-40B4-BE49-F238E27FC236}">
                <a16:creationId xmlns:a16="http://schemas.microsoft.com/office/drawing/2014/main" id="{A8FC71FA-F173-5F4F-8CFF-C71B2031D6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1420" y="2816225"/>
            <a:ext cx="255799" cy="3411856"/>
          </a:xfrm>
          <a:prstGeom prst="rect">
            <a:avLst/>
          </a:prstGeom>
        </p:spPr>
        <p:txBody>
          <a:bodyPr vert="vert270" lIns="108000" tIns="45720" rIns="91440" bIns="45720" rtlCol="0" anchor="ctr" anchorCtr="0"/>
          <a:lstStyle>
            <a:lvl1pPr algn="l">
              <a:defRPr sz="1000" b="0" i="0" spc="100" baseline="0">
                <a:solidFill>
                  <a:schemeClr val="bg1"/>
                </a:solidFill>
                <a:latin typeface="Montserrat Medium" pitchFamily="2" charset="0"/>
              </a:defRPr>
            </a:lvl1pPr>
          </a:lstStyle>
          <a:p>
            <a:r>
              <a:rPr lang="ru-RU" dirty="0"/>
              <a:t>НАЗВАНИЕ ПРЕЗЕНТАЦИИ ИЛИ РАЗДЕЛА</a:t>
            </a:r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A9D5F218-338F-7240-A687-E8366F7BA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521" y="6318000"/>
            <a:ext cx="173530" cy="540000"/>
          </a:xfrm>
          <a:prstGeom prst="rect">
            <a:avLst/>
          </a:prstGeom>
          <a:solidFill>
            <a:schemeClr val="bg1"/>
          </a:solidFill>
        </p:spPr>
        <p:txBody>
          <a:bodyPr vert="vert270" lIns="91440" tIns="45720" rIns="91440" bIns="45720" rtlCol="0" anchor="ctr"/>
          <a:lstStyle>
            <a:lvl1pPr algn="ctr">
              <a:defRPr sz="1000" b="0" i="0" spc="300">
                <a:solidFill>
                  <a:schemeClr val="accent1"/>
                </a:solidFill>
                <a:latin typeface="Montserrat Medium" pitchFamily="2" charset="0"/>
              </a:defRPr>
            </a:lvl1pPr>
          </a:lstStyle>
          <a:p>
            <a:fld id="{039EB638-75F7-1544-89CF-7A79493589A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Заголовок 4">
            <a:extLst>
              <a:ext uri="{FF2B5EF4-FFF2-40B4-BE49-F238E27FC236}">
                <a16:creationId xmlns:a16="http://schemas.microsoft.com/office/drawing/2014/main" id="{2BF8B101-CDEC-5144-B8CF-BDF9F76173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1562" y="404812"/>
            <a:ext cx="5014914" cy="942383"/>
          </a:xfrm>
          <a:prstGeom prst="rect">
            <a:avLst/>
          </a:prstGeom>
        </p:spPr>
        <p:txBody>
          <a:bodyPr lIns="0" tIns="0" rIns="180000"/>
          <a:lstStyle>
            <a:lvl1pPr>
              <a:lnSpc>
                <a:spcPct val="80000"/>
              </a:lnSpc>
              <a:defRPr sz="3200" b="1" i="0">
                <a:solidFill>
                  <a:schemeClr val="bg1"/>
                </a:solidFill>
                <a:latin typeface="Montserrat Black" pitchFamily="2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23" name="Текст 6">
            <a:extLst>
              <a:ext uri="{FF2B5EF4-FFF2-40B4-BE49-F238E27FC236}">
                <a16:creationId xmlns:a16="http://schemas.microsoft.com/office/drawing/2014/main" id="{ADC48512-5964-574D-B65D-D747607B919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1564" y="854994"/>
            <a:ext cx="4707067" cy="255600"/>
          </a:xfrm>
          <a:prstGeom prst="rect">
            <a:avLst/>
          </a:prstGeom>
          <a:solidFill>
            <a:srgbClr val="FF4346"/>
          </a:solidFill>
        </p:spPr>
        <p:txBody>
          <a:bodyPr lIns="108000" tIns="54000" rIns="0" anchor="ctr" anchorCtr="0"/>
          <a:lstStyle>
            <a:lvl1pPr marL="0" indent="0">
              <a:buNone/>
              <a:defRPr sz="1300" b="1" i="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r>
              <a:rPr lang="ru-RU" dirty="0"/>
              <a:t>Образец подзаголовка слайда</a:t>
            </a:r>
          </a:p>
        </p:txBody>
      </p:sp>
      <p:pic>
        <p:nvPicPr>
          <p:cNvPr id="17" name="Picture 14">
            <a:extLst>
              <a:ext uri="{FF2B5EF4-FFF2-40B4-BE49-F238E27FC236}">
                <a16:creationId xmlns:a16="http://schemas.microsoft.com/office/drawing/2014/main" id="{BCACBEE9-0FA6-8D43-B397-D5274D3E49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24406" y="692770"/>
            <a:ext cx="790777" cy="24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79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D3BB7F1B-4F63-D84D-8CD2-6659B50932F8}"/>
              </a:ext>
            </a:extLst>
          </p:cNvPr>
          <p:cNvSpPr/>
          <p:nvPr userDrawn="1"/>
        </p:nvSpPr>
        <p:spPr>
          <a:xfrm>
            <a:off x="8678863" y="0"/>
            <a:ext cx="351313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Нижний колонтитул 4">
            <a:extLst>
              <a:ext uri="{FF2B5EF4-FFF2-40B4-BE49-F238E27FC236}">
                <a16:creationId xmlns:a16="http://schemas.microsoft.com/office/drawing/2014/main" id="{B78DA46F-8159-DB42-BB03-EE192A44EE91}"/>
              </a:ext>
            </a:extLst>
          </p:cNvPr>
          <p:cNvSpPr txBox="1">
            <a:spLocks/>
          </p:cNvSpPr>
          <p:nvPr userDrawn="1"/>
        </p:nvSpPr>
        <p:spPr>
          <a:xfrm>
            <a:off x="361420" y="2816225"/>
            <a:ext cx="255799" cy="3411856"/>
          </a:xfrm>
          <a:prstGeom prst="rect">
            <a:avLst/>
          </a:prstGeom>
        </p:spPr>
        <p:txBody>
          <a:bodyPr vert="vert270" lIns="108000" tIns="45720" rIns="91440" bIns="45720" rtlCol="0" anchor="ctr" anchorCtr="0"/>
          <a:lstStyle>
            <a:defPPr>
              <a:defRPr lang="ru-RU"/>
            </a:defPPr>
            <a:lvl1pPr marL="0" algn="l" defTabSz="914400" rtl="0" eaLnBrk="1" latinLnBrk="0" hangingPunct="1">
              <a:defRPr sz="1000" b="0" i="0" kern="1200" spc="100" baseline="0">
                <a:solidFill>
                  <a:srgbClr val="7A7E89"/>
                </a:solidFill>
                <a:latin typeface="Montserrat Medium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НАЗВАНИЕ ПРЕЗЕНТАЦИИ ИЛИ РАЗДЕЛА</a:t>
            </a:r>
          </a:p>
        </p:txBody>
      </p:sp>
      <p:sp>
        <p:nvSpPr>
          <p:cNvPr id="17" name="Номер слайда 5">
            <a:extLst>
              <a:ext uri="{FF2B5EF4-FFF2-40B4-BE49-F238E27FC236}">
                <a16:creationId xmlns:a16="http://schemas.microsoft.com/office/drawing/2014/main" id="{CAB90ED8-0FDA-7D49-8A9F-D81718097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521" y="6318000"/>
            <a:ext cx="173530" cy="540000"/>
          </a:xfrm>
          <a:prstGeom prst="rect">
            <a:avLst/>
          </a:prstGeom>
          <a:solidFill>
            <a:schemeClr val="tx1"/>
          </a:solidFill>
        </p:spPr>
        <p:txBody>
          <a:bodyPr vert="vert270" lIns="91440" tIns="45720" rIns="91440" bIns="45720" rtlCol="0" anchor="ctr"/>
          <a:lstStyle>
            <a:lvl1pPr algn="ctr">
              <a:defRPr sz="1000" b="0" i="0" spc="300">
                <a:solidFill>
                  <a:schemeClr val="bg1"/>
                </a:solidFill>
                <a:latin typeface="Montserrat Medium" pitchFamily="2" charset="0"/>
              </a:defRPr>
            </a:lvl1pPr>
          </a:lstStyle>
          <a:p>
            <a:fld id="{039EB638-75F7-1544-89CF-7A79493589A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8" name="Текст 8">
            <a:extLst>
              <a:ext uri="{FF2B5EF4-FFF2-40B4-BE49-F238E27FC236}">
                <a16:creationId xmlns:a16="http://schemas.microsoft.com/office/drawing/2014/main" id="{145282D6-3C40-804D-AE00-C7EBCB347D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43963" y="1109663"/>
            <a:ext cx="2791777" cy="576000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buNone/>
              <a:defRPr sz="3600" b="1" i="0">
                <a:solidFill>
                  <a:schemeClr val="tx2"/>
                </a:solidFill>
                <a:latin typeface="Montserrat Black" pitchFamily="2" charset="0"/>
              </a:defRPr>
            </a:lvl1pPr>
          </a:lstStyle>
          <a:p>
            <a:r>
              <a:rPr lang="ru-RU" dirty="0"/>
              <a:t>346,6 млн</a:t>
            </a:r>
          </a:p>
        </p:txBody>
      </p:sp>
      <p:sp>
        <p:nvSpPr>
          <p:cNvPr id="19" name="Текст 14">
            <a:extLst>
              <a:ext uri="{FF2B5EF4-FFF2-40B4-BE49-F238E27FC236}">
                <a16:creationId xmlns:a16="http://schemas.microsoft.com/office/drawing/2014/main" id="{2F5B3BAB-D144-CA46-B2F1-7476DA6EE98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1563" y="1955676"/>
            <a:ext cx="3283767" cy="561645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Заголовок 2 уровня 16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17">
            <a:extLst>
              <a:ext uri="{FF2B5EF4-FFF2-40B4-BE49-F238E27FC236}">
                <a16:creationId xmlns:a16="http://schemas.microsoft.com/office/drawing/2014/main" id="{B139961F-9967-444B-B43D-7D24CBAD77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43963" y="1704123"/>
            <a:ext cx="2790965" cy="1808504"/>
          </a:xfrm>
          <a:prstGeom prst="rect">
            <a:avLst/>
          </a:prstGeom>
        </p:spPr>
        <p:txBody>
          <a:bodyPr lIns="0" tIns="0" rIns="108000" bIns="0"/>
          <a:lstStyle>
            <a:lvl1pPr marL="134938" indent="-134938">
              <a:lnSpc>
                <a:spcPct val="12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000" b="0" i="0">
                <a:solidFill>
                  <a:schemeClr val="tx2"/>
                </a:solidFill>
                <a:latin typeface="Montserrat" pitchFamily="2" charset="0"/>
              </a:defRPr>
            </a:lvl1pPr>
            <a:lvl2pPr marL="400050" indent="-130175">
              <a:lnSpc>
                <a:spcPct val="120000"/>
              </a:lnSpc>
              <a:spcBef>
                <a:spcPts val="4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000" b="0" i="0">
                <a:solidFill>
                  <a:schemeClr val="tx2"/>
                </a:solidFill>
                <a:latin typeface="Montserrat" pitchFamily="2" charset="77"/>
              </a:defRPr>
            </a:lvl2pPr>
          </a:lstStyle>
          <a:p>
            <a:r>
              <a:rPr lang="ru-RU" dirty="0"/>
              <a:t>Образец списка первого уровня</a:t>
            </a:r>
            <a:endParaRPr lang="en-US" dirty="0"/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</a:t>
            </a:r>
          </a:p>
          <a:p>
            <a:r>
              <a:rPr lang="ru-RU" dirty="0"/>
              <a:t>Образец списка первого уровня</a:t>
            </a:r>
          </a:p>
          <a:p>
            <a:r>
              <a:rPr lang="ru-RU" dirty="0"/>
              <a:t>Образец списка первого уровня</a:t>
            </a:r>
          </a:p>
          <a:p>
            <a:endParaRPr lang="ru-RU" dirty="0"/>
          </a:p>
        </p:txBody>
      </p:sp>
      <p:sp>
        <p:nvSpPr>
          <p:cNvPr id="28" name="Текст 17">
            <a:extLst>
              <a:ext uri="{FF2B5EF4-FFF2-40B4-BE49-F238E27FC236}">
                <a16:creationId xmlns:a16="http://schemas.microsoft.com/office/drawing/2014/main" id="{B6ED0B98-F042-C74F-892E-BB13E767F2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843963" y="3665537"/>
            <a:ext cx="2790965" cy="260577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20000"/>
              </a:lnSpc>
              <a:buNone/>
              <a:defRPr sz="1000" b="0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Образец основного текста 10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3" name="Текст 17">
            <a:extLst>
              <a:ext uri="{FF2B5EF4-FFF2-40B4-BE49-F238E27FC236}">
                <a16:creationId xmlns:a16="http://schemas.microsoft.com/office/drawing/2014/main" id="{F8C89F0E-9DAC-7945-AFF5-15182ADB26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26733" y="1955676"/>
            <a:ext cx="3447280" cy="4285104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 b="1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Абзац крупного текста 14</a:t>
            </a:r>
            <a:r>
              <a:rPr lang="en-US" dirty="0" err="1"/>
              <a:t>pt</a:t>
            </a:r>
            <a:r>
              <a:rPr lang="en-US" dirty="0"/>
              <a:t> </a:t>
            </a:r>
            <a:r>
              <a:rPr lang="ru-RU" dirty="0"/>
              <a:t> 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4D49AAF-484A-054B-A3A1-00E679072E7A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ru-RU" dirty="0"/>
              <a:t>НАЗВАНИЕ ПРЕЗЕНТАЦИИ ИЛИ РАЗДЕЛА</a:t>
            </a:r>
          </a:p>
        </p:txBody>
      </p:sp>
      <p:sp>
        <p:nvSpPr>
          <p:cNvPr id="14" name="Заголовок 4">
            <a:extLst>
              <a:ext uri="{FF2B5EF4-FFF2-40B4-BE49-F238E27FC236}">
                <a16:creationId xmlns:a16="http://schemas.microsoft.com/office/drawing/2014/main" id="{AE5562F6-E390-5447-9624-DDA385AB9E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1562" y="404813"/>
            <a:ext cx="7441818" cy="718384"/>
          </a:xfrm>
          <a:prstGeom prst="rect">
            <a:avLst/>
          </a:prstGeom>
        </p:spPr>
        <p:txBody>
          <a:bodyPr lIns="0" tIns="0" rIns="180000"/>
          <a:lstStyle>
            <a:lvl1pPr>
              <a:lnSpc>
                <a:spcPct val="80000"/>
              </a:lnSpc>
              <a:defRPr sz="3200" b="1" i="0">
                <a:solidFill>
                  <a:schemeClr val="tx2"/>
                </a:solidFill>
                <a:latin typeface="Montserrat Black" pitchFamily="2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3CF0466D-5A25-7D46-B61F-0F7122F11D8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1565" y="863762"/>
            <a:ext cx="7452816" cy="255600"/>
          </a:xfrm>
          <a:prstGeom prst="rect">
            <a:avLst/>
          </a:prstGeom>
          <a:solidFill>
            <a:schemeClr val="accent1"/>
          </a:solidFill>
        </p:spPr>
        <p:txBody>
          <a:bodyPr lIns="108000" tIns="54000" rIns="0" anchor="ctr" anchorCtr="0"/>
          <a:lstStyle>
            <a:lvl1pPr marL="0" indent="0">
              <a:buNone/>
              <a:defRPr sz="1300" b="1" i="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r>
              <a:rPr lang="ru-RU" dirty="0"/>
              <a:t>Образец подзаголовка слайда</a:t>
            </a:r>
          </a:p>
        </p:txBody>
      </p:sp>
      <p:sp>
        <p:nvSpPr>
          <p:cNvPr id="23" name="Текст 17">
            <a:extLst>
              <a:ext uri="{FF2B5EF4-FFF2-40B4-BE49-F238E27FC236}">
                <a16:creationId xmlns:a16="http://schemas.microsoft.com/office/drawing/2014/main" id="{32E6B332-DFFF-0948-B307-D19D4C59BB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1561" y="2517321"/>
            <a:ext cx="3283769" cy="1061402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20000"/>
              </a:lnSpc>
              <a:spcBef>
                <a:spcPts val="800"/>
              </a:spcBef>
              <a:buNone/>
              <a:defRPr sz="1200" b="0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Образец основного текста 12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17">
            <a:extLst>
              <a:ext uri="{FF2B5EF4-FFF2-40B4-BE49-F238E27FC236}">
                <a16:creationId xmlns:a16="http://schemas.microsoft.com/office/drawing/2014/main" id="{89A03F1B-B9F8-9845-83A2-57FA218421D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71561" y="3593962"/>
            <a:ext cx="3283769" cy="2646817"/>
          </a:xfrm>
          <a:prstGeom prst="rect">
            <a:avLst/>
          </a:prstGeom>
        </p:spPr>
        <p:txBody>
          <a:bodyPr lIns="0" tIns="0" rIns="108000" bIns="0"/>
          <a:lstStyle>
            <a:lvl1pPr marL="0" indent="0">
              <a:lnSpc>
                <a:spcPct val="120000"/>
              </a:lnSpc>
              <a:spcBef>
                <a:spcPts val="400"/>
              </a:spcBef>
              <a:buNone/>
              <a:defRPr sz="1000" b="0" i="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r>
              <a:rPr lang="ru-RU" dirty="0"/>
              <a:t>Образец основного текста 10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17">
            <a:extLst>
              <a:ext uri="{FF2B5EF4-FFF2-40B4-BE49-F238E27FC236}">
                <a16:creationId xmlns:a16="http://schemas.microsoft.com/office/drawing/2014/main" id="{991DA154-A8D9-1840-81EB-3211A07853B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43963" y="4079024"/>
            <a:ext cx="2790965" cy="2337525"/>
          </a:xfrm>
          <a:prstGeom prst="rect">
            <a:avLst/>
          </a:prstGeom>
        </p:spPr>
        <p:txBody>
          <a:bodyPr lIns="0" tIns="0" rIns="108000" bIns="0"/>
          <a:lstStyle>
            <a:lvl1pPr marL="134938" indent="-134938">
              <a:lnSpc>
                <a:spcPct val="120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tx2"/>
                </a:solidFill>
                <a:latin typeface="Montserrat" pitchFamily="2" charset="0"/>
              </a:defRPr>
            </a:lvl1pPr>
            <a:lvl2pPr marL="400050" indent="-130175">
              <a:lnSpc>
                <a:spcPct val="120000"/>
              </a:lnSpc>
              <a:spcBef>
                <a:spcPts val="8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tx2"/>
                </a:solidFill>
                <a:latin typeface="Montserrat" pitchFamily="2" charset="77"/>
              </a:defRPr>
            </a:lvl2pPr>
          </a:lstStyle>
          <a:p>
            <a:r>
              <a:rPr lang="ru-RU" dirty="0"/>
              <a:t>Образец списка первого уровня</a:t>
            </a:r>
            <a:endParaRPr lang="en-US" dirty="0"/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</a:t>
            </a:r>
          </a:p>
          <a:p>
            <a:pPr lvl="1"/>
            <a:r>
              <a:rPr lang="ru-RU" dirty="0"/>
              <a:t>Список второго уровня</a:t>
            </a:r>
          </a:p>
          <a:p>
            <a:r>
              <a:rPr lang="ru-RU" dirty="0"/>
              <a:t>Образец списка первого уровня</a:t>
            </a:r>
          </a:p>
          <a:p>
            <a:endParaRPr lang="ru-RU" dirty="0"/>
          </a:p>
        </p:txBody>
      </p:sp>
      <p:pic>
        <p:nvPicPr>
          <p:cNvPr id="21" name="Рисунок 2">
            <a:extLst>
              <a:ext uri="{FF2B5EF4-FFF2-40B4-BE49-F238E27FC236}">
                <a16:creationId xmlns:a16="http://schemas.microsoft.com/office/drawing/2014/main" id="{ECE5A3C8-302D-BB49-A108-59E0CA2862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39338" y="691329"/>
            <a:ext cx="774453" cy="24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958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белый_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4">
            <a:extLst>
              <a:ext uri="{FF2B5EF4-FFF2-40B4-BE49-F238E27FC236}">
                <a16:creationId xmlns:a16="http://schemas.microsoft.com/office/drawing/2014/main" id="{98A04BCC-CEFE-9C42-A687-C6178CC178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1561" y="404813"/>
            <a:ext cx="10186219" cy="718384"/>
          </a:xfrm>
          <a:prstGeom prst="rect">
            <a:avLst/>
          </a:prstGeom>
        </p:spPr>
        <p:txBody>
          <a:bodyPr lIns="0" tIns="0" rIns="180000"/>
          <a:lstStyle>
            <a:lvl1pPr>
              <a:lnSpc>
                <a:spcPct val="80000"/>
              </a:lnSpc>
              <a:defRPr sz="3200" b="1" i="0">
                <a:solidFill>
                  <a:schemeClr val="tx2"/>
                </a:solidFill>
                <a:latin typeface="Montserrat Black" pitchFamily="2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35" name="Нижний колонтитул 4">
            <a:extLst>
              <a:ext uri="{FF2B5EF4-FFF2-40B4-BE49-F238E27FC236}">
                <a16:creationId xmlns:a16="http://schemas.microsoft.com/office/drawing/2014/main" id="{A0981648-85D7-434C-9C33-211CC92E1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1420" y="2816225"/>
            <a:ext cx="255799" cy="3411856"/>
          </a:xfrm>
          <a:prstGeom prst="rect">
            <a:avLst/>
          </a:prstGeom>
        </p:spPr>
        <p:txBody>
          <a:bodyPr vert="vert270" lIns="108000" tIns="45720" rIns="91440" bIns="45720" rtlCol="0" anchor="ctr" anchorCtr="0"/>
          <a:lstStyle>
            <a:lvl1pPr algn="l">
              <a:defRPr sz="1000" b="0" i="0" spc="100" baseline="0">
                <a:solidFill>
                  <a:srgbClr val="7A7E89"/>
                </a:solidFill>
                <a:latin typeface="Montserrat Medium" pitchFamily="2" charset="0"/>
              </a:defRPr>
            </a:lvl1pPr>
          </a:lstStyle>
          <a:p>
            <a:r>
              <a:rPr lang="ru-RU" dirty="0"/>
              <a:t>НАЗВАНИЕ ПРЕЗЕНТАЦИИ ИЛИ РАЗДЕЛА</a:t>
            </a:r>
          </a:p>
        </p:txBody>
      </p:sp>
      <p:sp>
        <p:nvSpPr>
          <p:cNvPr id="36" name="Номер слайда 5">
            <a:extLst>
              <a:ext uri="{FF2B5EF4-FFF2-40B4-BE49-F238E27FC236}">
                <a16:creationId xmlns:a16="http://schemas.microsoft.com/office/drawing/2014/main" id="{BFF00982-26A1-A24F-83B9-F6B84FCE3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521" y="6318000"/>
            <a:ext cx="173530" cy="540000"/>
          </a:xfrm>
          <a:prstGeom prst="rect">
            <a:avLst/>
          </a:prstGeom>
          <a:solidFill>
            <a:schemeClr val="tx1"/>
          </a:solidFill>
        </p:spPr>
        <p:txBody>
          <a:bodyPr vert="vert270" lIns="91440" tIns="45720" rIns="91440" bIns="45720" rtlCol="0" anchor="ctr"/>
          <a:lstStyle>
            <a:lvl1pPr algn="ctr">
              <a:defRPr sz="1000" b="0" i="0" spc="300">
                <a:solidFill>
                  <a:schemeClr val="bg1"/>
                </a:solidFill>
                <a:latin typeface="Montserrat Medium" pitchFamily="2" charset="0"/>
              </a:defRPr>
            </a:lvl1pPr>
          </a:lstStyle>
          <a:p>
            <a:fld id="{039EB638-75F7-1544-89CF-7A79493589A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5489D26F-937C-0B45-91B5-38A1F01A1FB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1564" y="866905"/>
            <a:ext cx="10201273" cy="255600"/>
          </a:xfrm>
          <a:prstGeom prst="rect">
            <a:avLst/>
          </a:prstGeom>
          <a:solidFill>
            <a:schemeClr val="accent1"/>
          </a:solidFill>
        </p:spPr>
        <p:txBody>
          <a:bodyPr lIns="108000" tIns="54000" rIns="0" anchor="ctr" anchorCtr="0"/>
          <a:lstStyle>
            <a:lvl1pPr marL="0" indent="0">
              <a:buNone/>
              <a:defRPr sz="1300" b="1" i="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r>
              <a:rPr lang="ru-RU" dirty="0"/>
              <a:t>Образец подзаголовка слайда</a:t>
            </a:r>
          </a:p>
        </p:txBody>
      </p:sp>
      <p:pic>
        <p:nvPicPr>
          <p:cNvPr id="8" name="Рисунок 2">
            <a:extLst>
              <a:ext uri="{FF2B5EF4-FFF2-40B4-BE49-F238E27FC236}">
                <a16:creationId xmlns:a16="http://schemas.microsoft.com/office/drawing/2014/main" id="{E4FB56FD-8838-4C4E-A582-6D2DBB191B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39338" y="691329"/>
            <a:ext cx="774453" cy="24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2882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лайд серый_пусто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Нижний колонтитул 4">
            <a:extLst>
              <a:ext uri="{FF2B5EF4-FFF2-40B4-BE49-F238E27FC236}">
                <a16:creationId xmlns:a16="http://schemas.microsoft.com/office/drawing/2014/main" id="{54D5B830-61EF-0D41-9DDF-33F5F2147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1420" y="2816225"/>
            <a:ext cx="255799" cy="3411856"/>
          </a:xfrm>
          <a:prstGeom prst="rect">
            <a:avLst/>
          </a:prstGeom>
        </p:spPr>
        <p:txBody>
          <a:bodyPr vert="vert270" lIns="108000" tIns="45720" rIns="91440" bIns="45720" rtlCol="0" anchor="ctr" anchorCtr="0"/>
          <a:lstStyle>
            <a:lvl1pPr algn="l">
              <a:defRPr sz="1000" b="0" i="0" spc="100" baseline="0">
                <a:solidFill>
                  <a:srgbClr val="7A7E89"/>
                </a:solidFill>
                <a:latin typeface="Montserrat Medium" pitchFamily="2" charset="0"/>
              </a:defRPr>
            </a:lvl1pPr>
          </a:lstStyle>
          <a:p>
            <a:r>
              <a:rPr lang="ru-RU" dirty="0"/>
              <a:t>НАЗВАНИЕ ПРЕЗЕНТАЦИИ ИЛИ РАЗДЕЛА</a:t>
            </a:r>
          </a:p>
        </p:txBody>
      </p:sp>
      <p:sp>
        <p:nvSpPr>
          <p:cNvPr id="40" name="Номер слайда 5">
            <a:extLst>
              <a:ext uri="{FF2B5EF4-FFF2-40B4-BE49-F238E27FC236}">
                <a16:creationId xmlns:a16="http://schemas.microsoft.com/office/drawing/2014/main" id="{3F3100B9-D293-7D4B-9A0C-526EE7C2F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521" y="6318000"/>
            <a:ext cx="173530" cy="540000"/>
          </a:xfrm>
          <a:prstGeom prst="rect">
            <a:avLst/>
          </a:prstGeom>
          <a:solidFill>
            <a:schemeClr val="tx1"/>
          </a:solidFill>
        </p:spPr>
        <p:txBody>
          <a:bodyPr vert="vert270" lIns="91440" tIns="45720" rIns="91440" bIns="45720" rtlCol="0" anchor="ctr"/>
          <a:lstStyle>
            <a:lvl1pPr algn="ctr">
              <a:defRPr sz="1000" b="0" i="0" spc="300">
                <a:solidFill>
                  <a:schemeClr val="bg1"/>
                </a:solidFill>
                <a:latin typeface="Montserrat Medium" pitchFamily="2" charset="0"/>
              </a:defRPr>
            </a:lvl1pPr>
          </a:lstStyle>
          <a:p>
            <a:fld id="{039EB638-75F7-1544-89CF-7A79493589A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Заголовок 4">
            <a:extLst>
              <a:ext uri="{FF2B5EF4-FFF2-40B4-BE49-F238E27FC236}">
                <a16:creationId xmlns:a16="http://schemas.microsoft.com/office/drawing/2014/main" id="{00F725D8-134F-AF4F-AE19-E5C4B65FD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1561" y="404813"/>
            <a:ext cx="10186219" cy="718384"/>
          </a:xfrm>
          <a:prstGeom prst="rect">
            <a:avLst/>
          </a:prstGeom>
        </p:spPr>
        <p:txBody>
          <a:bodyPr lIns="0" tIns="0" rIns="180000"/>
          <a:lstStyle>
            <a:lvl1pPr>
              <a:lnSpc>
                <a:spcPct val="80000"/>
              </a:lnSpc>
              <a:defRPr sz="3200" b="1" i="0">
                <a:solidFill>
                  <a:schemeClr val="tx2"/>
                </a:solidFill>
                <a:latin typeface="Montserrat Black" pitchFamily="2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4" name="Текст 6">
            <a:extLst>
              <a:ext uri="{FF2B5EF4-FFF2-40B4-BE49-F238E27FC236}">
                <a16:creationId xmlns:a16="http://schemas.microsoft.com/office/drawing/2014/main" id="{C503C8F6-F787-9E4A-A3F8-19CC8ED674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1564" y="854994"/>
            <a:ext cx="10201273" cy="255600"/>
          </a:xfrm>
          <a:prstGeom prst="rect">
            <a:avLst/>
          </a:prstGeom>
          <a:solidFill>
            <a:schemeClr val="accent1"/>
          </a:solidFill>
        </p:spPr>
        <p:txBody>
          <a:bodyPr lIns="108000" tIns="54000" rIns="0" anchor="ctr" anchorCtr="0"/>
          <a:lstStyle>
            <a:lvl1pPr marL="0" indent="0">
              <a:buNone/>
              <a:defRPr sz="1300" b="1" i="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r>
              <a:rPr lang="ru-RU" dirty="0"/>
              <a:t>Образец подзаголовка слайда</a:t>
            </a:r>
          </a:p>
        </p:txBody>
      </p:sp>
      <p:pic>
        <p:nvPicPr>
          <p:cNvPr id="8" name="Рисунок 2">
            <a:extLst>
              <a:ext uri="{FF2B5EF4-FFF2-40B4-BE49-F238E27FC236}">
                <a16:creationId xmlns:a16="http://schemas.microsoft.com/office/drawing/2014/main" id="{2FF7BF64-E62C-7B4C-A35D-614DC1D6C2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39338" y="691329"/>
            <a:ext cx="774453" cy="24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7386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мный слайд_пусто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Нижний колонтитул 4">
            <a:extLst>
              <a:ext uri="{FF2B5EF4-FFF2-40B4-BE49-F238E27FC236}">
                <a16:creationId xmlns:a16="http://schemas.microsoft.com/office/drawing/2014/main" id="{69D04881-3B85-7645-B7FF-E53DA84A7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1420" y="2816225"/>
            <a:ext cx="255799" cy="3411856"/>
          </a:xfrm>
          <a:prstGeom prst="rect">
            <a:avLst/>
          </a:prstGeom>
        </p:spPr>
        <p:txBody>
          <a:bodyPr vert="vert270" lIns="108000" tIns="45720" rIns="91440" bIns="45720" rtlCol="0" anchor="ctr" anchorCtr="0"/>
          <a:lstStyle>
            <a:lvl1pPr algn="l">
              <a:defRPr sz="1000" b="0" i="0" spc="100" baseline="0">
                <a:solidFill>
                  <a:schemeClr val="bg1"/>
                </a:solidFill>
                <a:latin typeface="Montserrat Medium" pitchFamily="2" charset="0"/>
              </a:defRPr>
            </a:lvl1pPr>
          </a:lstStyle>
          <a:p>
            <a:r>
              <a:rPr lang="ru-RU" dirty="0"/>
              <a:t>НАЗВАНИЕ ПРЕЗЕНТАЦИИ ИЛИ РАЗДЕЛА</a:t>
            </a:r>
          </a:p>
        </p:txBody>
      </p:sp>
      <p:sp>
        <p:nvSpPr>
          <p:cNvPr id="20" name="Номер слайда 5">
            <a:extLst>
              <a:ext uri="{FF2B5EF4-FFF2-40B4-BE49-F238E27FC236}">
                <a16:creationId xmlns:a16="http://schemas.microsoft.com/office/drawing/2014/main" id="{BC1E2B89-510C-1142-846E-B361854C8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521" y="6318000"/>
            <a:ext cx="173530" cy="540000"/>
          </a:xfrm>
          <a:prstGeom prst="rect">
            <a:avLst/>
          </a:prstGeom>
          <a:solidFill>
            <a:schemeClr val="bg1"/>
          </a:solidFill>
        </p:spPr>
        <p:txBody>
          <a:bodyPr vert="vert270" lIns="91440" tIns="45720" rIns="91440" bIns="45720" rtlCol="0" anchor="ctr"/>
          <a:lstStyle>
            <a:lvl1pPr algn="ctr">
              <a:defRPr sz="1000" b="0" i="0" spc="300">
                <a:solidFill>
                  <a:schemeClr val="accent1"/>
                </a:solidFill>
                <a:latin typeface="Montserrat Medium" pitchFamily="2" charset="0"/>
              </a:defRPr>
            </a:lvl1pPr>
          </a:lstStyle>
          <a:p>
            <a:fld id="{039EB638-75F7-1544-89CF-7A79493589A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1" name="Заголовок 4">
            <a:extLst>
              <a:ext uri="{FF2B5EF4-FFF2-40B4-BE49-F238E27FC236}">
                <a16:creationId xmlns:a16="http://schemas.microsoft.com/office/drawing/2014/main" id="{99799E8F-6A8A-0C4B-9B0C-7C3A86BD21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1561" y="404813"/>
            <a:ext cx="10186219" cy="718384"/>
          </a:xfrm>
          <a:prstGeom prst="rect">
            <a:avLst/>
          </a:prstGeom>
        </p:spPr>
        <p:txBody>
          <a:bodyPr lIns="0" tIns="0" rIns="180000"/>
          <a:lstStyle>
            <a:lvl1pPr>
              <a:lnSpc>
                <a:spcPct val="80000"/>
              </a:lnSpc>
              <a:defRPr sz="3200" b="1" i="0">
                <a:solidFill>
                  <a:schemeClr val="bg1"/>
                </a:solidFill>
                <a:latin typeface="Montserrat Black" pitchFamily="2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76B8861A-8B1D-9141-9035-260902AB9E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1564" y="855754"/>
            <a:ext cx="10201273" cy="255600"/>
          </a:xfrm>
          <a:prstGeom prst="rect">
            <a:avLst/>
          </a:prstGeom>
          <a:solidFill>
            <a:srgbClr val="FF4346"/>
          </a:solidFill>
        </p:spPr>
        <p:txBody>
          <a:bodyPr lIns="108000" tIns="54000" rIns="0" anchor="ctr" anchorCtr="0"/>
          <a:lstStyle>
            <a:lvl1pPr marL="0" indent="0">
              <a:buNone/>
              <a:defRPr sz="1300" b="1" i="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r>
              <a:rPr lang="ru-RU" dirty="0"/>
              <a:t>Образец подзаголовка слайда</a:t>
            </a:r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3A4A8B08-60BC-3A44-B32E-39BF11A2CD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24406" y="692770"/>
            <a:ext cx="790777" cy="24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878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7579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237091-8D77-7040-9D80-414E655130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1420" y="2816225"/>
            <a:ext cx="255799" cy="3411856"/>
          </a:xfrm>
          <a:prstGeom prst="rect">
            <a:avLst/>
          </a:prstGeom>
        </p:spPr>
        <p:txBody>
          <a:bodyPr vert="vert270" lIns="108000" tIns="45720" rIns="91440" bIns="45720" rtlCol="0" anchor="ctr" anchorCtr="0"/>
          <a:lstStyle>
            <a:lvl1pPr algn="l">
              <a:defRPr sz="1000" b="0" i="0" spc="100" baseline="0">
                <a:solidFill>
                  <a:srgbClr val="7A7E89"/>
                </a:solidFill>
                <a:latin typeface="Montserrat Medium" pitchFamily="2" charset="0"/>
              </a:defRPr>
            </a:lvl1pPr>
          </a:lstStyle>
          <a:p>
            <a:r>
              <a:rPr lang="ru-RU" dirty="0"/>
              <a:t>НАЗВАНИЕ ПРЕЗЕНТАЦИИ ИЛИ РАЗДЕЛА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272215-EB46-D04F-8899-386106847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521" y="6318000"/>
            <a:ext cx="173530" cy="540000"/>
          </a:xfrm>
          <a:prstGeom prst="rect">
            <a:avLst/>
          </a:prstGeom>
          <a:solidFill>
            <a:srgbClr val="3B404C"/>
          </a:solidFill>
        </p:spPr>
        <p:txBody>
          <a:bodyPr vert="vert270" lIns="91440" tIns="45720" rIns="91440" bIns="45720" rtlCol="0" anchor="ctr"/>
          <a:lstStyle>
            <a:lvl1pPr algn="ctr">
              <a:defRPr sz="1000" b="0" i="0" spc="300">
                <a:solidFill>
                  <a:schemeClr val="bg1"/>
                </a:solidFill>
                <a:latin typeface="Montserrat Medium" pitchFamily="2" charset="0"/>
              </a:defRPr>
            </a:lvl1pPr>
          </a:lstStyle>
          <a:p>
            <a:fld id="{039EB638-75F7-1544-89CF-7A79493589A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2783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54" r:id="rId2"/>
    <p:sldLayoutId id="2147483738" r:id="rId3"/>
    <p:sldLayoutId id="2147483739" r:id="rId4"/>
    <p:sldLayoutId id="2147483748" r:id="rId5"/>
    <p:sldLayoutId id="2147483749" r:id="rId6"/>
    <p:sldLayoutId id="2147483750" r:id="rId7"/>
    <p:sldLayoutId id="2147483741" r:id="rId8"/>
    <p:sldLayoutId id="2147483742" r:id="rId9"/>
    <p:sldLayoutId id="2147483811" r:id="rId10"/>
    <p:sldLayoutId id="2147483743" r:id="rId11"/>
    <p:sldLayoutId id="2147483808" r:id="rId12"/>
    <p:sldLayoutId id="2147483810" r:id="rId13"/>
    <p:sldLayoutId id="2147483744" r:id="rId14"/>
    <p:sldLayoutId id="2147483752" r:id="rId15"/>
    <p:sldLayoutId id="2147483753" r:id="rId16"/>
    <p:sldLayoutId id="2147483751" r:id="rId17"/>
    <p:sldLayoutId id="2147483809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13">
          <p15:clr>
            <a:srgbClr val="F26B43"/>
          </p15:clr>
        </p15:guide>
        <p15:guide id="2" pos="675">
          <p15:clr>
            <a:srgbClr val="F26B43"/>
          </p15:clr>
        </p15:guide>
        <p15:guide id="3" orient="horz" pos="255">
          <p15:clr>
            <a:srgbClr val="F26B43"/>
          </p15:clr>
        </p15:guide>
        <p15:guide id="5" orient="horz" pos="798">
          <p15:clr>
            <a:srgbClr val="F26B43"/>
          </p15:clr>
        </p15:guide>
        <p15:guide id="6" orient="horz" pos="1232">
          <p15:clr>
            <a:srgbClr val="F26B43"/>
          </p15:clr>
        </p15:guide>
        <p15:guide id="7" orient="horz" pos="1774">
          <p15:clr>
            <a:srgbClr val="F26B43"/>
          </p15:clr>
        </p15:guide>
        <p15:guide id="8" orient="horz" pos="2309">
          <p15:clr>
            <a:srgbClr val="F26B43"/>
          </p15:clr>
        </p15:guide>
        <p15:guide id="9" orient="horz" pos="1874">
          <p15:clr>
            <a:srgbClr val="F26B43"/>
          </p15:clr>
        </p15:guide>
        <p15:guide id="10" orient="horz" pos="1336">
          <p15:clr>
            <a:srgbClr val="F26B43"/>
          </p15:clr>
        </p15:guide>
        <p15:guide id="11" orient="horz" pos="699">
          <p15:clr>
            <a:srgbClr val="F26B43"/>
          </p15:clr>
        </p15:guide>
        <p15:guide id="12" orient="horz" pos="2852">
          <p15:clr>
            <a:srgbClr val="F26B43"/>
          </p15:clr>
        </p15:guide>
        <p15:guide id="13" orient="horz" pos="2960">
          <p15:clr>
            <a:srgbClr val="F26B43"/>
          </p15:clr>
        </p15:guide>
        <p15:guide id="14" orient="horz" pos="3385">
          <p15:clr>
            <a:srgbClr val="F26B43"/>
          </p15:clr>
        </p15:guide>
        <p15:guide id="15" orient="horz" pos="3494">
          <p15:clr>
            <a:srgbClr val="F26B43"/>
          </p15:clr>
        </p15:guide>
        <p15:guide id="17" orient="horz" pos="4042">
          <p15:clr>
            <a:srgbClr val="F26B43"/>
          </p15:clr>
        </p15:guide>
        <p15:guide id="18" pos="1110">
          <p15:clr>
            <a:srgbClr val="F26B43"/>
          </p15:clr>
        </p15:guide>
        <p15:guide id="19" pos="1218">
          <p15:clr>
            <a:srgbClr val="F26B43"/>
          </p15:clr>
        </p15:guide>
        <p15:guide id="20" pos="1657">
          <p15:clr>
            <a:srgbClr val="F26B43"/>
          </p15:clr>
        </p15:guide>
        <p15:guide id="21" pos="1766">
          <p15:clr>
            <a:srgbClr val="F26B43"/>
          </p15:clr>
        </p15:guide>
        <p15:guide id="22" pos="2200">
          <p15:clr>
            <a:srgbClr val="F26B43"/>
          </p15:clr>
        </p15:guide>
        <p15:guide id="23" pos="2309">
          <p15:clr>
            <a:srgbClr val="F26B43"/>
          </p15:clr>
        </p15:guide>
        <p15:guide id="24" pos="2847">
          <p15:clr>
            <a:srgbClr val="F26B43"/>
          </p15:clr>
        </p15:guide>
        <p15:guide id="25" pos="3291">
          <p15:clr>
            <a:srgbClr val="F26B43"/>
          </p15:clr>
        </p15:guide>
        <p15:guide id="26" pos="3395">
          <p15:clr>
            <a:srgbClr val="F26B43"/>
          </p15:clr>
        </p15:guide>
        <p15:guide id="27" pos="3834">
          <p15:clr>
            <a:srgbClr val="F26B43"/>
          </p15:clr>
        </p15:guide>
        <p15:guide id="28" pos="3938">
          <p15:clr>
            <a:srgbClr val="F26B43"/>
          </p15:clr>
        </p15:guide>
        <p15:guide id="29" pos="4377">
          <p15:clr>
            <a:srgbClr val="F26B43"/>
          </p15:clr>
        </p15:guide>
        <p15:guide id="30" pos="4481">
          <p15:clr>
            <a:srgbClr val="F26B43"/>
          </p15:clr>
        </p15:guide>
        <p15:guide id="31" pos="4920">
          <p15:clr>
            <a:srgbClr val="F26B43"/>
          </p15:clr>
        </p15:guide>
        <p15:guide id="32" pos="5023">
          <p15:clr>
            <a:srgbClr val="F26B43"/>
          </p15:clr>
        </p15:guide>
        <p15:guide id="33" pos="5467">
          <p15:clr>
            <a:srgbClr val="F26B43"/>
          </p15:clr>
        </p15:guide>
        <p15:guide id="34" pos="5571">
          <p15:clr>
            <a:srgbClr val="F26B43"/>
          </p15:clr>
        </p15:guide>
        <p15:guide id="35" pos="6010">
          <p15:clr>
            <a:srgbClr val="F26B43"/>
          </p15:clr>
        </p15:guide>
        <p15:guide id="36" pos="6114">
          <p15:clr>
            <a:srgbClr val="F26B43"/>
          </p15:clr>
        </p15:guide>
        <p15:guide id="37" pos="6553">
          <p15:clr>
            <a:srgbClr val="F26B43"/>
          </p15:clr>
        </p15:guide>
        <p15:guide id="38" pos="6657">
          <p15:clr>
            <a:srgbClr val="F26B43"/>
          </p15:clr>
        </p15:guide>
        <p15:guide id="39" pos="7101">
          <p15:clr>
            <a:srgbClr val="F26B43"/>
          </p15:clr>
        </p15:guide>
        <p15:guide id="40" pos="2748">
          <p15:clr>
            <a:srgbClr val="F26B43"/>
          </p15:clr>
        </p15:guide>
        <p15:guide id="41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1F5F22D-6E66-3A49-8045-40E6D00F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383" y="2243379"/>
            <a:ext cx="6991357" cy="2724411"/>
          </a:xfrm>
        </p:spPr>
        <p:txBody>
          <a:bodyPr/>
          <a:lstStyle/>
          <a:p>
            <a:r>
              <a:rPr lang="ru-RU" sz="2800" dirty="0"/>
              <a:t>Понятие процесса. Состояние процессов. Операции над процессами (одноразовые и многоразовые)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22E9FD7-71CE-57F3-C61A-8117E86665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17383" y="3841516"/>
            <a:ext cx="5332436" cy="553279"/>
          </a:xfrm>
        </p:spPr>
        <p:txBody>
          <a:bodyPr/>
          <a:lstStyle/>
          <a:p>
            <a:r>
              <a:rPr lang="ru-RU" dirty="0"/>
              <a:t>Выполнила студентка группы БАС-19 Злобина Анастасия</a:t>
            </a:r>
          </a:p>
        </p:txBody>
      </p:sp>
    </p:spTree>
    <p:extLst>
      <p:ext uri="{BB962C8B-B14F-4D97-AF65-F5344CB8AC3E}">
        <p14:creationId xmlns:p14="http://schemas.microsoft.com/office/powerpoint/2010/main" val="579086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10">
            <a:extLst>
              <a:ext uri="{FF2B5EF4-FFF2-40B4-BE49-F238E27FC236}">
                <a16:creationId xmlns:a16="http://schemas.microsoft.com/office/drawing/2014/main" id="{9E1457D7-D2E8-8047-BC32-29994C0CD7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1293541" y="1546032"/>
            <a:ext cx="11076878" cy="1599337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sz="4000" b="0" dirty="0"/>
              <a:t>ПОНЯТИЕ ПРОЦЕССА</a:t>
            </a:r>
          </a:p>
        </p:txBody>
      </p:sp>
      <p:sp>
        <p:nvSpPr>
          <p:cNvPr id="27" name="Текст 7">
            <a:extLst>
              <a:ext uri="{FF2B5EF4-FFF2-40B4-BE49-F238E27FC236}">
                <a16:creationId xmlns:a16="http://schemas.microsoft.com/office/drawing/2014/main" id="{09F94EC1-6664-C344-B4D7-AE6C9DD2465C}"/>
              </a:ext>
            </a:extLst>
          </p:cNvPr>
          <p:cNvSpPr txBox="1">
            <a:spLocks/>
          </p:cNvSpPr>
          <p:nvPr/>
        </p:nvSpPr>
        <p:spPr>
          <a:xfrm>
            <a:off x="1347538" y="2553629"/>
            <a:ext cx="5591428" cy="3117102"/>
          </a:xfrm>
          <a:prstGeom prst="rect">
            <a:avLst/>
          </a:prstGeom>
        </p:spPr>
        <p:txBody>
          <a:bodyPr lIns="0" tIns="0" rIns="108000" bIns="0"/>
          <a:lstStyle>
            <a:lvl1pPr indent="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0" i="0">
                <a:solidFill>
                  <a:schemeClr val="tx2"/>
                </a:solidFill>
                <a:latin typeface="Montserrat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/>
            <a:endParaRPr lang="ru-RU" sz="1400" dirty="0">
              <a:latin typeface="+mj-lt"/>
            </a:endParaRP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258" t="-1461" r="100861" b="57382"/>
          <a:stretch/>
        </p:blipFill>
        <p:spPr>
          <a:xfrm>
            <a:off x="0" y="1831848"/>
            <a:ext cx="1347537" cy="11616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95AD91-2DD8-9764-302A-9A7A530E71D5}"/>
              </a:ext>
            </a:extLst>
          </p:cNvPr>
          <p:cNvSpPr txBox="1"/>
          <p:nvPr/>
        </p:nvSpPr>
        <p:spPr>
          <a:xfrm>
            <a:off x="1124513" y="2224645"/>
            <a:ext cx="832056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Процесс</a:t>
            </a:r>
            <a:r>
              <a:rPr lang="ru-RU" sz="2000" dirty="0"/>
              <a:t> – это некоторая совокупность набора исполняющихся команд, ассоциированных с ним ресурсов (выделенная для исполнения память или адресное пространство, стеки, используемые файлы и устройства ввода-вывода и т. д.) и текущего момента его выполнения (значения регистров, программного счетчика, состояние стека и значения переменных), находящуюся под управлением операционной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2564444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>
            <a:extLst>
              <a:ext uri="{FF2B5EF4-FFF2-40B4-BE49-F238E27FC236}">
                <a16:creationId xmlns:a16="http://schemas.microsoft.com/office/drawing/2014/main" id="{60881940-CC0B-1365-14EF-37E5BDFEB2D1}"/>
              </a:ext>
            </a:extLst>
          </p:cNvPr>
          <p:cNvSpPr txBox="1">
            <a:spLocks/>
          </p:cNvSpPr>
          <p:nvPr/>
        </p:nvSpPr>
        <p:spPr>
          <a:xfrm>
            <a:off x="412595" y="634851"/>
            <a:ext cx="11076878" cy="15993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/>
              <a:t>СОСТОЯНИЕ ПРОЦЕССА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BF15C5-E49C-FD53-11DE-261BAEC054CA}"/>
              </a:ext>
            </a:extLst>
          </p:cNvPr>
          <p:cNvSpPr txBox="1"/>
          <p:nvPr/>
        </p:nvSpPr>
        <p:spPr>
          <a:xfrm>
            <a:off x="1367002" y="1557183"/>
            <a:ext cx="91680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каждый процесс может находиться как минимум </a:t>
            </a:r>
            <a:r>
              <a:rPr lang="ru-RU" sz="2000" dirty="0">
                <a:highlight>
                  <a:srgbClr val="FFFF00"/>
                </a:highlight>
              </a:rPr>
              <a:t>в двух состояниях: </a:t>
            </a:r>
          </a:p>
          <a:p>
            <a:pPr algn="ctr"/>
            <a:r>
              <a:rPr lang="ru-RU" sz="2000" b="1" dirty="0"/>
              <a:t>процесс исполняется и процесс не исполняется.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84B30A-3B55-81DF-656A-3BAFC2034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387" y="3005602"/>
            <a:ext cx="6753225" cy="2028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56970B-CEF0-5A58-B22A-05ACCAB13965}"/>
              </a:ext>
            </a:extLst>
          </p:cNvPr>
          <p:cNvSpPr txBox="1"/>
          <p:nvPr/>
        </p:nvSpPr>
        <p:spPr>
          <a:xfrm>
            <a:off x="1367001" y="5034427"/>
            <a:ext cx="91680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Простейшая диаграмма состояний процесса</a:t>
            </a:r>
          </a:p>
        </p:txBody>
      </p:sp>
    </p:spTree>
    <p:extLst>
      <p:ext uri="{BB962C8B-B14F-4D97-AF65-F5344CB8AC3E}">
        <p14:creationId xmlns:p14="http://schemas.microsoft.com/office/powerpoint/2010/main" val="1914235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4D74AF-7760-D749-5320-DEC25AA869E2}"/>
              </a:ext>
            </a:extLst>
          </p:cNvPr>
          <p:cNvSpPr txBox="1"/>
          <p:nvPr/>
        </p:nvSpPr>
        <p:spPr>
          <a:xfrm>
            <a:off x="1612328" y="627644"/>
            <a:ext cx="916806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Процесс</a:t>
            </a:r>
            <a:r>
              <a:rPr lang="ru-RU" sz="2000" dirty="0"/>
              <a:t>, находящийся в состоянии </a:t>
            </a:r>
            <a:r>
              <a:rPr lang="ru-RU" sz="2000" dirty="0">
                <a:highlight>
                  <a:srgbClr val="FFFF00"/>
                </a:highlight>
              </a:rPr>
              <a:t>процесс исполняется</a:t>
            </a:r>
            <a:r>
              <a:rPr lang="ru-RU" sz="2000" dirty="0"/>
              <a:t>, через некоторое время может быть </a:t>
            </a:r>
            <a:r>
              <a:rPr lang="ru-RU" sz="2000" b="1" dirty="0"/>
              <a:t>завершен</a:t>
            </a:r>
            <a:r>
              <a:rPr lang="ru-RU" sz="2000" dirty="0"/>
              <a:t> операционной системой или </a:t>
            </a:r>
            <a:r>
              <a:rPr lang="ru-RU" sz="2000" b="1" dirty="0"/>
              <a:t>приостановлен</a:t>
            </a:r>
            <a:r>
              <a:rPr lang="ru-RU" sz="2000" dirty="0"/>
              <a:t> и снова переведен в состояние </a:t>
            </a:r>
          </a:p>
          <a:p>
            <a:pPr algn="ctr"/>
            <a:r>
              <a:rPr lang="ru-RU" sz="2000" dirty="0">
                <a:highlight>
                  <a:srgbClr val="FFFF00"/>
                </a:highlight>
              </a:rPr>
              <a:t>процесс не исполняется</a:t>
            </a:r>
            <a:r>
              <a:rPr lang="ru-RU" sz="2000" b="1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9C0FA4-7BFB-CEFD-0067-BEF2E151146B}"/>
              </a:ext>
            </a:extLst>
          </p:cNvPr>
          <p:cNvSpPr txBox="1"/>
          <p:nvPr/>
        </p:nvSpPr>
        <p:spPr>
          <a:xfrm>
            <a:off x="1612328" y="2263156"/>
            <a:ext cx="916806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Приостановка процесса происходит по двум причинам: 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ru-RU" sz="2000" dirty="0"/>
              <a:t>для его дальнейшей работы потребовалось какое-либо событие (например, завершение операции ввода-вывода)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ru-RU" sz="2000" dirty="0"/>
              <a:t>истек временной интервал, отведенный операционной системой для работы данного процесса.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ru-RU" sz="2000" dirty="0"/>
          </a:p>
          <a:p>
            <a:pPr algn="ctr"/>
            <a:r>
              <a:rPr lang="ru-RU" sz="2000" dirty="0"/>
              <a:t>После этого </a:t>
            </a:r>
            <a:r>
              <a:rPr lang="ru-RU" sz="2000" b="1" dirty="0"/>
              <a:t>операционная система </a:t>
            </a:r>
            <a:r>
              <a:rPr lang="ru-RU" sz="2000" dirty="0"/>
              <a:t>по определенному алгоритму </a:t>
            </a:r>
            <a:r>
              <a:rPr lang="ru-RU" sz="2000" b="1" dirty="0"/>
              <a:t>выбирает </a:t>
            </a:r>
            <a:r>
              <a:rPr lang="ru-RU" sz="2000" dirty="0"/>
              <a:t>для исполнения </a:t>
            </a:r>
            <a:r>
              <a:rPr lang="ru-RU" sz="2000" b="1" dirty="0"/>
              <a:t>один из процессов,</a:t>
            </a:r>
            <a:r>
              <a:rPr lang="ru-RU" sz="2000" dirty="0"/>
              <a:t> находящихся в состоянии </a:t>
            </a:r>
            <a:r>
              <a:rPr lang="ru-RU" sz="2000" dirty="0">
                <a:highlight>
                  <a:srgbClr val="FFFF00"/>
                </a:highlight>
              </a:rPr>
              <a:t>процесс не исполняется</a:t>
            </a:r>
            <a:r>
              <a:rPr lang="ru-RU" sz="2000" dirty="0"/>
              <a:t>, и </a:t>
            </a:r>
            <a:r>
              <a:rPr lang="ru-RU" sz="2000" b="1" dirty="0"/>
              <a:t>переводит </a:t>
            </a:r>
            <a:r>
              <a:rPr lang="ru-RU" sz="2000" dirty="0"/>
              <a:t>его в состояние </a:t>
            </a:r>
            <a:r>
              <a:rPr lang="ru-RU" sz="2000" dirty="0">
                <a:highlight>
                  <a:srgbClr val="FFFF00"/>
                </a:highlight>
              </a:rPr>
              <a:t>процесс исполняется</a:t>
            </a:r>
            <a:r>
              <a:rPr lang="ru-RU" sz="2000" dirty="0"/>
              <a:t>. </a:t>
            </a:r>
          </a:p>
          <a:p>
            <a:pPr algn="ctr"/>
            <a:r>
              <a:rPr lang="ru-RU" sz="2000" b="1" dirty="0"/>
              <a:t>Новый процесс</a:t>
            </a:r>
            <a:r>
              <a:rPr lang="ru-RU" sz="2000" dirty="0"/>
              <a:t>, появляющийся в системе, первоначально </a:t>
            </a:r>
            <a:r>
              <a:rPr lang="ru-RU" sz="2000" b="1" dirty="0"/>
              <a:t>помещается</a:t>
            </a:r>
            <a:r>
              <a:rPr lang="ru-RU" sz="2000" dirty="0"/>
              <a:t> в состояние </a:t>
            </a:r>
            <a:r>
              <a:rPr lang="ru-RU" sz="2000" dirty="0">
                <a:highlight>
                  <a:srgbClr val="FFFF00"/>
                </a:highlight>
              </a:rPr>
              <a:t>процесс не исполняется.</a:t>
            </a:r>
          </a:p>
        </p:txBody>
      </p:sp>
    </p:spTree>
    <p:extLst>
      <p:ext uri="{BB962C8B-B14F-4D97-AF65-F5344CB8AC3E}">
        <p14:creationId xmlns:p14="http://schemas.microsoft.com/office/powerpoint/2010/main" val="1665586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CDD24E-B0F8-4443-44EC-A2B7AAF2CDFF}"/>
              </a:ext>
            </a:extLst>
          </p:cNvPr>
          <p:cNvSpPr txBox="1"/>
          <p:nvPr/>
        </p:nvSpPr>
        <p:spPr>
          <a:xfrm>
            <a:off x="1612328" y="452766"/>
            <a:ext cx="916806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Модель,</a:t>
            </a:r>
            <a:r>
              <a:rPr lang="ru-RU" sz="2000" dirty="0"/>
              <a:t> описанная на предыдущем слайде, это </a:t>
            </a:r>
            <a:r>
              <a:rPr lang="ru-RU" sz="2000" b="1" dirty="0"/>
              <a:t>очень ГРУБАЯ модель</a:t>
            </a:r>
            <a:r>
              <a:rPr lang="ru-RU" sz="2000" dirty="0"/>
              <a:t>, она </a:t>
            </a:r>
            <a:r>
              <a:rPr lang="ru-RU" sz="2000" b="1" dirty="0"/>
              <a:t>не учитывает</a:t>
            </a:r>
            <a:r>
              <a:rPr lang="ru-RU" sz="2000" dirty="0"/>
              <a:t>, в частности, то, что </a:t>
            </a:r>
            <a:r>
              <a:rPr lang="ru-RU" sz="2000" dirty="0">
                <a:highlight>
                  <a:srgbClr val="FFFF00"/>
                </a:highlight>
              </a:rPr>
              <a:t>процесс</a:t>
            </a:r>
            <a:r>
              <a:rPr lang="ru-RU" sz="2000" dirty="0"/>
              <a:t>, выбранный для исполнения, может </a:t>
            </a:r>
            <a:r>
              <a:rPr lang="ru-RU" sz="2000" dirty="0">
                <a:highlight>
                  <a:srgbClr val="FFFF00"/>
                </a:highlight>
              </a:rPr>
              <a:t>все еще ждать события</a:t>
            </a:r>
            <a:r>
              <a:rPr lang="ru-RU" sz="2000" dirty="0"/>
              <a:t>, из-за которого он был приостановлен, и реально к выполнению </a:t>
            </a:r>
            <a:r>
              <a:rPr lang="ru-RU" sz="2000" dirty="0">
                <a:highlight>
                  <a:srgbClr val="FFFF00"/>
                </a:highlight>
              </a:rPr>
              <a:t>не готов.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Для того чтобы избежать такой ситуации, </a:t>
            </a:r>
            <a:r>
              <a:rPr lang="ru-RU" sz="2000" b="1" dirty="0"/>
              <a:t>разобьем</a:t>
            </a:r>
            <a:r>
              <a:rPr lang="ru-RU" sz="2000" dirty="0"/>
              <a:t> состояние </a:t>
            </a:r>
            <a:r>
              <a:rPr lang="ru-RU" sz="2000" dirty="0">
                <a:highlight>
                  <a:srgbClr val="FFFF00"/>
                </a:highlight>
              </a:rPr>
              <a:t>процесс не исполняется </a:t>
            </a:r>
            <a:r>
              <a:rPr lang="ru-RU" sz="2000" dirty="0"/>
              <a:t>на два новых состояния: </a:t>
            </a:r>
          </a:p>
          <a:p>
            <a:pPr algn="ctr"/>
            <a:r>
              <a:rPr lang="ru-RU" sz="2000" b="1" dirty="0"/>
              <a:t>готовность и ожидание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82F0C1-6D2F-0B6D-BE25-1C4457FDB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207" y="3429000"/>
            <a:ext cx="5985585" cy="306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95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D0F345-1AD5-F744-74B8-F1939892E583}"/>
              </a:ext>
            </a:extLst>
          </p:cNvPr>
          <p:cNvSpPr txBox="1"/>
          <p:nvPr/>
        </p:nvSpPr>
        <p:spPr>
          <a:xfrm>
            <a:off x="1367002" y="375152"/>
            <a:ext cx="916806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Наша новая модель хорошо описывает </a:t>
            </a:r>
            <a:r>
              <a:rPr lang="ru-RU" sz="2000" dirty="0">
                <a:highlight>
                  <a:srgbClr val="FFFF00"/>
                </a:highlight>
              </a:rPr>
              <a:t>поведение процессов </a:t>
            </a:r>
            <a:r>
              <a:rPr lang="ru-RU" sz="2000" b="1" dirty="0"/>
              <a:t>во время их существования</a:t>
            </a:r>
            <a:r>
              <a:rPr lang="ru-RU" sz="2000" dirty="0"/>
              <a:t>, но она </a:t>
            </a:r>
            <a:r>
              <a:rPr lang="ru-RU" sz="2000" dirty="0">
                <a:solidFill>
                  <a:srgbClr val="FF0000"/>
                </a:solidFill>
              </a:rPr>
              <a:t>не акцентирует </a:t>
            </a:r>
            <a:r>
              <a:rPr lang="ru-RU" sz="2000" dirty="0"/>
              <a:t>внимания на </a:t>
            </a:r>
            <a:r>
              <a:rPr lang="ru-RU" sz="2000" b="1" dirty="0"/>
              <a:t>появлении</a:t>
            </a:r>
            <a:r>
              <a:rPr lang="ru-RU" sz="2000" dirty="0"/>
              <a:t> процесса в системе и </a:t>
            </a:r>
            <a:r>
              <a:rPr lang="ru-RU" sz="2000" b="1" dirty="0"/>
              <a:t>его исчезновении</a:t>
            </a:r>
            <a:r>
              <a:rPr lang="ru-RU" sz="2000" dirty="0"/>
              <a:t>. </a:t>
            </a:r>
          </a:p>
          <a:p>
            <a:pPr algn="ctr"/>
            <a:r>
              <a:rPr lang="ru-RU" sz="2000" dirty="0"/>
              <a:t>Для полноты картины нам необходимо ввести еще </a:t>
            </a:r>
            <a:r>
              <a:rPr lang="ru-RU" sz="2000" dirty="0">
                <a:highlight>
                  <a:srgbClr val="FFFF00"/>
                </a:highlight>
              </a:rPr>
              <a:t>два состояния процессов: </a:t>
            </a:r>
          </a:p>
          <a:p>
            <a:pPr algn="ctr"/>
            <a:r>
              <a:rPr lang="ru-RU" sz="2000" b="1" dirty="0"/>
              <a:t>рождение и </a:t>
            </a:r>
            <a:r>
              <a:rPr lang="ru-RU" sz="2000" b="1"/>
              <a:t>конец исполнения</a:t>
            </a:r>
            <a:endParaRPr lang="ru-RU" sz="20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46C4CAE-379F-63D9-34CB-BAD020BBA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142" y="2361509"/>
            <a:ext cx="6491782" cy="412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759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>
            <a:extLst>
              <a:ext uri="{FF2B5EF4-FFF2-40B4-BE49-F238E27FC236}">
                <a16:creationId xmlns:a16="http://schemas.microsoft.com/office/drawing/2014/main" id="{0AA9BC9F-2576-9C9B-334F-71DE974F923A}"/>
              </a:ext>
            </a:extLst>
          </p:cNvPr>
          <p:cNvSpPr txBox="1">
            <a:spLocks/>
          </p:cNvSpPr>
          <p:nvPr/>
        </p:nvSpPr>
        <p:spPr>
          <a:xfrm>
            <a:off x="676507" y="573261"/>
            <a:ext cx="10838985" cy="126642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/>
              <a:t>ОПЕРАЦИИ НАД ПРОЦЕССАМИ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2F7261-1167-B6D7-DA82-17E894950A45}"/>
              </a:ext>
            </a:extLst>
          </p:cNvPr>
          <p:cNvSpPr txBox="1"/>
          <p:nvPr/>
        </p:nvSpPr>
        <p:spPr>
          <a:xfrm>
            <a:off x="1511967" y="1300259"/>
            <a:ext cx="916806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highlight>
                  <a:srgbClr val="FFFF00"/>
                </a:highlight>
              </a:rPr>
              <a:t>Процесс </a:t>
            </a:r>
            <a:r>
              <a:rPr lang="ru-RU" sz="2000" b="1" dirty="0"/>
              <a:t>не может перейти </a:t>
            </a:r>
            <a:r>
              <a:rPr lang="ru-RU" sz="2000" dirty="0"/>
              <a:t>из одного состояния в другое </a:t>
            </a:r>
            <a:r>
              <a:rPr lang="ru-RU" sz="2000" b="1" dirty="0"/>
              <a:t>самостоятельно</a:t>
            </a:r>
            <a:r>
              <a:rPr lang="ru-RU" sz="2000" dirty="0"/>
              <a:t>. </a:t>
            </a:r>
          </a:p>
          <a:p>
            <a:pPr algn="ctr"/>
            <a:endParaRPr lang="ru-RU" sz="2000" dirty="0"/>
          </a:p>
          <a:p>
            <a:pPr algn="ctr"/>
            <a:r>
              <a:rPr lang="ru-RU" sz="2000" b="1" dirty="0"/>
              <a:t>Изменением</a:t>
            </a:r>
            <a:r>
              <a:rPr lang="ru-RU" sz="2000" dirty="0"/>
              <a:t> состояния процессов </a:t>
            </a:r>
            <a:r>
              <a:rPr lang="ru-RU" sz="2000" b="1" dirty="0"/>
              <a:t>занимается операционная система</a:t>
            </a:r>
            <a:r>
              <a:rPr lang="ru-RU" sz="2000" dirty="0"/>
              <a:t>, совершая операции над ними. </a:t>
            </a:r>
          </a:p>
          <a:p>
            <a:pPr algn="ctr"/>
            <a:r>
              <a:rPr lang="ru-RU" sz="2000" dirty="0"/>
              <a:t>Количество таких операций в нашей модели пока совпадает с количеством стрелок на диаграмме состояний. 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>
                <a:highlight>
                  <a:srgbClr val="FFFF00"/>
                </a:highlight>
              </a:rPr>
              <a:t>Удобно объединить их в три пары: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ru-RU" sz="2000" b="1" dirty="0"/>
              <a:t>создание</a:t>
            </a:r>
            <a:r>
              <a:rPr lang="ru-RU" sz="2000" dirty="0"/>
              <a:t> процесса – </a:t>
            </a:r>
            <a:r>
              <a:rPr lang="ru-RU" sz="2000" b="1" dirty="0"/>
              <a:t>завершение</a:t>
            </a:r>
            <a:r>
              <a:rPr lang="ru-RU" sz="2000" dirty="0"/>
              <a:t> процесса ;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ru-RU" sz="2000" b="1" dirty="0"/>
              <a:t>приостановка</a:t>
            </a:r>
            <a:r>
              <a:rPr lang="ru-RU" sz="2000" dirty="0"/>
              <a:t> процесса (перевод из состояния исполнение в состояние готовность ) – </a:t>
            </a:r>
            <a:r>
              <a:rPr lang="ru-RU" sz="2000" b="1" dirty="0"/>
              <a:t>запуск</a:t>
            </a:r>
            <a:r>
              <a:rPr lang="ru-RU" sz="2000" dirty="0"/>
              <a:t> процесса (перевод из состояния готовность в состояние исполнение );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ru-RU" sz="2000" b="1" dirty="0"/>
              <a:t>блокирование</a:t>
            </a:r>
            <a:r>
              <a:rPr lang="ru-RU" sz="2000" dirty="0"/>
              <a:t> процесса (перевод из состояния исполнение в состояние ожидание ) – </a:t>
            </a:r>
            <a:r>
              <a:rPr lang="ru-RU" sz="2000" b="1" dirty="0"/>
              <a:t>разблокирование</a:t>
            </a:r>
            <a:r>
              <a:rPr lang="ru-RU" sz="2000" dirty="0"/>
              <a:t> процесса (перевод из состояния ожидание в состояние готовность ).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3375857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>
            <a:extLst>
              <a:ext uri="{FF2B5EF4-FFF2-40B4-BE49-F238E27FC236}">
                <a16:creationId xmlns:a16="http://schemas.microsoft.com/office/drawing/2014/main" id="{D97CB09D-337B-51A4-07B5-6E899C87B152}"/>
              </a:ext>
            </a:extLst>
          </p:cNvPr>
          <p:cNvSpPr txBox="1">
            <a:spLocks/>
          </p:cNvSpPr>
          <p:nvPr/>
        </p:nvSpPr>
        <p:spPr>
          <a:xfrm>
            <a:off x="412595" y="634851"/>
            <a:ext cx="11076878" cy="15993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PROCESS CONTROL BLOCK </a:t>
            </a:r>
            <a:r>
              <a:rPr lang="ru-RU" sz="4000" dirty="0"/>
              <a:t>И КОНТЕКСТ ПРОЦЕССА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39E5D7-6BBC-A0FD-8994-123A94C0F66B}"/>
              </a:ext>
            </a:extLst>
          </p:cNvPr>
          <p:cNvSpPr txBox="1"/>
          <p:nvPr/>
        </p:nvSpPr>
        <p:spPr>
          <a:xfrm>
            <a:off x="632257" y="1821944"/>
            <a:ext cx="1092748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Для того чтобы </a:t>
            </a:r>
            <a:r>
              <a:rPr lang="ru-RU" sz="2000" b="1" dirty="0"/>
              <a:t>операционная система</a:t>
            </a:r>
            <a:r>
              <a:rPr lang="ru-RU" sz="2000" dirty="0"/>
              <a:t> могла выполнять </a:t>
            </a:r>
            <a:r>
              <a:rPr lang="ru-RU" sz="2000" b="1" dirty="0"/>
              <a:t>операции над процессами, </a:t>
            </a:r>
          </a:p>
          <a:p>
            <a:pPr algn="ctr"/>
            <a:r>
              <a:rPr lang="ru-RU" sz="2000" dirty="0"/>
              <a:t>каждый </a:t>
            </a:r>
            <a:r>
              <a:rPr lang="ru-RU" sz="2000" dirty="0">
                <a:highlight>
                  <a:srgbClr val="FFFF00"/>
                </a:highlight>
              </a:rPr>
              <a:t>процесс</a:t>
            </a:r>
            <a:r>
              <a:rPr lang="ru-RU" sz="2000" dirty="0"/>
              <a:t> представляется в ней некоторой </a:t>
            </a:r>
            <a:r>
              <a:rPr lang="ru-RU" sz="2000" b="1" dirty="0"/>
              <a:t>структурой данных. </a:t>
            </a:r>
          </a:p>
          <a:p>
            <a:pPr algn="ctr"/>
            <a:r>
              <a:rPr lang="ru-RU" sz="2000" dirty="0"/>
              <a:t>Эта структура содержит информацию, специфическую для данного процесса: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ru-RU" sz="2000" b="1" dirty="0"/>
              <a:t>состояние</a:t>
            </a:r>
            <a:r>
              <a:rPr lang="ru-RU" sz="2000" dirty="0"/>
              <a:t>, в котором находится </a:t>
            </a:r>
            <a:r>
              <a:rPr lang="ru-RU" sz="2000" b="1" dirty="0"/>
              <a:t>процесс</a:t>
            </a:r>
            <a:r>
              <a:rPr lang="ru-RU" sz="2000" dirty="0"/>
              <a:t>; 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ru-RU" sz="2000" b="1" dirty="0"/>
              <a:t>программный счетчик </a:t>
            </a:r>
            <a:r>
              <a:rPr lang="ru-RU" sz="2000" dirty="0">
                <a:highlight>
                  <a:srgbClr val="FFFF00"/>
                </a:highlight>
              </a:rPr>
              <a:t>процесса</a:t>
            </a:r>
            <a:r>
              <a:rPr lang="ru-RU" sz="2000" dirty="0"/>
              <a:t> или, другими словами, адрес команды, которая должна быть выполнена для него следующей;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ru-RU" sz="2000" b="1" dirty="0"/>
              <a:t>содержимое регистров </a:t>
            </a:r>
            <a:r>
              <a:rPr lang="ru-RU" sz="2000" dirty="0">
                <a:highlight>
                  <a:srgbClr val="FFFF00"/>
                </a:highlight>
              </a:rPr>
              <a:t>процессора</a:t>
            </a:r>
            <a:r>
              <a:rPr lang="ru-RU" sz="2000" dirty="0"/>
              <a:t>;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ru-RU" sz="2000" b="1" dirty="0"/>
              <a:t>данные</a:t>
            </a:r>
            <a:r>
              <a:rPr lang="ru-RU" sz="2000" dirty="0"/>
              <a:t>, необходимые для </a:t>
            </a:r>
            <a:r>
              <a:rPr lang="ru-RU" sz="2000" b="1" dirty="0"/>
              <a:t>планирования</a:t>
            </a:r>
            <a:r>
              <a:rPr lang="ru-RU" sz="2000" dirty="0"/>
              <a:t> использования </a:t>
            </a:r>
            <a:r>
              <a:rPr lang="ru-RU" sz="2000" dirty="0">
                <a:highlight>
                  <a:srgbClr val="FFFF00"/>
                </a:highlight>
              </a:rPr>
              <a:t>процессора</a:t>
            </a:r>
            <a:r>
              <a:rPr lang="ru-RU" sz="2000" dirty="0"/>
              <a:t> и </a:t>
            </a:r>
            <a:r>
              <a:rPr lang="ru-RU" sz="2000" b="1" dirty="0"/>
              <a:t>управления памятью</a:t>
            </a:r>
            <a:r>
              <a:rPr lang="ru-RU" sz="2000" dirty="0"/>
              <a:t> (приоритет процесса, размер и расположение адресного пространства и т. д.);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ru-RU" sz="2000" b="1" dirty="0"/>
              <a:t>учетные данные </a:t>
            </a:r>
            <a:r>
              <a:rPr lang="ru-RU" sz="2000" dirty="0"/>
              <a:t>(идентификационный номер процесса, какой пользователь инициировал его работу и т. д.);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ru-RU" sz="2000" b="1" dirty="0"/>
              <a:t>сведения</a:t>
            </a:r>
            <a:r>
              <a:rPr lang="ru-RU" sz="2000" dirty="0"/>
              <a:t> об </a:t>
            </a:r>
            <a:r>
              <a:rPr lang="ru-RU" sz="2000" b="1" dirty="0"/>
              <a:t>устройствах ввода-вывода</a:t>
            </a:r>
            <a:r>
              <a:rPr lang="ru-RU" sz="2000" dirty="0"/>
              <a:t>, связанных с </a:t>
            </a:r>
            <a:r>
              <a:rPr lang="ru-RU" sz="2000" dirty="0">
                <a:highlight>
                  <a:srgbClr val="FFFF00"/>
                </a:highlight>
              </a:rPr>
              <a:t>процессом</a:t>
            </a:r>
            <a:r>
              <a:rPr lang="ru-RU" sz="2000" dirty="0"/>
              <a:t> (например, какие устройства закреплены за процессом, таблицу открытых файлов).</a:t>
            </a:r>
          </a:p>
        </p:txBody>
      </p:sp>
    </p:spTree>
    <p:extLst>
      <p:ext uri="{BB962C8B-B14F-4D97-AF65-F5344CB8AC3E}">
        <p14:creationId xmlns:p14="http://schemas.microsoft.com/office/powerpoint/2010/main" val="1140956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10">
            <a:extLst>
              <a:ext uri="{FF2B5EF4-FFF2-40B4-BE49-F238E27FC236}">
                <a16:creationId xmlns:a16="http://schemas.microsoft.com/office/drawing/2014/main" id="{9E1457D7-D2E8-8047-BC32-29994C0CD7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6507" y="227573"/>
            <a:ext cx="10838985" cy="1266427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sz="4000" b="0" dirty="0"/>
              <a:t>ОДНОРАЗОВЫЕ И МНОГОРАЗОВЫЕ ОПЕРАЦИИ</a:t>
            </a:r>
          </a:p>
        </p:txBody>
      </p:sp>
      <p:sp>
        <p:nvSpPr>
          <p:cNvPr id="58" name="Прямоугольник 1">
            <a:extLst>
              <a:ext uri="{FF2B5EF4-FFF2-40B4-BE49-F238E27FC236}">
                <a16:creationId xmlns:a16="http://schemas.microsoft.com/office/drawing/2014/main" id="{8B00ED0A-4A83-574E-BA37-891DFBAB0D11}"/>
              </a:ext>
            </a:extLst>
          </p:cNvPr>
          <p:cNvSpPr/>
          <p:nvPr/>
        </p:nvSpPr>
        <p:spPr>
          <a:xfrm rot="5400000">
            <a:off x="778058" y="1360972"/>
            <a:ext cx="4819334" cy="5550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" name="Текст 7">
            <a:extLst>
              <a:ext uri="{FF2B5EF4-FFF2-40B4-BE49-F238E27FC236}">
                <a16:creationId xmlns:a16="http://schemas.microsoft.com/office/drawing/2014/main" id="{09F94EC1-6664-C344-B4D7-AE6C9DD2465C}"/>
              </a:ext>
            </a:extLst>
          </p:cNvPr>
          <p:cNvSpPr txBox="1">
            <a:spLocks/>
          </p:cNvSpPr>
          <p:nvPr/>
        </p:nvSpPr>
        <p:spPr>
          <a:xfrm>
            <a:off x="3040267" y="2362309"/>
            <a:ext cx="2804614" cy="1348770"/>
          </a:xfrm>
          <a:prstGeom prst="rect">
            <a:avLst/>
          </a:prstGeom>
        </p:spPr>
        <p:txBody>
          <a:bodyPr lIns="0" tIns="0" rIns="108000" bIns="0"/>
          <a:lstStyle>
            <a:lvl1pPr indent="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0" i="0">
                <a:solidFill>
                  <a:schemeClr val="tx2"/>
                </a:solidFill>
                <a:latin typeface="Montserrat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/>
            <a:endParaRPr lang="ru-RU" sz="1400" dirty="0">
              <a:latin typeface="Montserrat Medium" panose="00000600000000000000" pitchFamily="2" charset="-52"/>
            </a:endParaRPr>
          </a:p>
        </p:txBody>
      </p:sp>
      <p:sp>
        <p:nvSpPr>
          <p:cNvPr id="86" name="Текст 7">
            <a:extLst>
              <a:ext uri="{FF2B5EF4-FFF2-40B4-BE49-F238E27FC236}">
                <a16:creationId xmlns:a16="http://schemas.microsoft.com/office/drawing/2014/main" id="{71C524C6-86F3-484D-972E-548D26092B5F}"/>
              </a:ext>
            </a:extLst>
          </p:cNvPr>
          <p:cNvSpPr txBox="1">
            <a:spLocks/>
          </p:cNvSpPr>
          <p:nvPr/>
        </p:nvSpPr>
        <p:spPr>
          <a:xfrm>
            <a:off x="3253072" y="4294142"/>
            <a:ext cx="2394508" cy="1927155"/>
          </a:xfrm>
          <a:prstGeom prst="rect">
            <a:avLst/>
          </a:prstGeom>
        </p:spPr>
        <p:txBody>
          <a:bodyPr lIns="0" tIns="0" rIns="108000" bIns="0"/>
          <a:lstStyle>
            <a:lvl1pPr indent="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0" i="0">
                <a:solidFill>
                  <a:schemeClr val="tx2"/>
                </a:solidFill>
                <a:latin typeface="Montserrat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/>
            <a:endParaRPr lang="ru-RU" sz="1400" dirty="0">
              <a:latin typeface="Montserrat Medium" panose="00000600000000000000" pitchFamily="2" charset="-52"/>
            </a:endParaRPr>
          </a:p>
        </p:txBody>
      </p:sp>
      <p:sp>
        <p:nvSpPr>
          <p:cNvPr id="9" name="Прямоугольник 1">
            <a:extLst>
              <a:ext uri="{FF2B5EF4-FFF2-40B4-BE49-F238E27FC236}">
                <a16:creationId xmlns:a16="http://schemas.microsoft.com/office/drawing/2014/main" id="{D9155311-F712-573F-3A35-E91B52370DB3}"/>
              </a:ext>
            </a:extLst>
          </p:cNvPr>
          <p:cNvSpPr/>
          <p:nvPr/>
        </p:nvSpPr>
        <p:spPr>
          <a:xfrm rot="5400000">
            <a:off x="6763199" y="1360972"/>
            <a:ext cx="4819335" cy="5550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AD1CF5-55C2-5F25-3ECB-9B77CCD78DDE}"/>
              </a:ext>
            </a:extLst>
          </p:cNvPr>
          <p:cNvSpPr txBox="1"/>
          <p:nvPr/>
        </p:nvSpPr>
        <p:spPr>
          <a:xfrm>
            <a:off x="676507" y="1997839"/>
            <a:ext cx="447779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Операции </a:t>
            </a:r>
            <a:r>
              <a:rPr lang="ru-RU" b="1" dirty="0"/>
              <a:t>создание и завершение процесса </a:t>
            </a:r>
            <a:r>
              <a:rPr lang="ru-RU" dirty="0"/>
              <a:t>являются </a:t>
            </a:r>
            <a:r>
              <a:rPr lang="ru-RU" dirty="0">
                <a:highlight>
                  <a:srgbClr val="FFFF00"/>
                </a:highlight>
              </a:rPr>
              <a:t>одноразовыми,</a:t>
            </a:r>
            <a:r>
              <a:rPr lang="ru-RU" dirty="0"/>
              <a:t> так как применяются к процессу </a:t>
            </a:r>
            <a:r>
              <a:rPr lang="ru-RU" b="1" dirty="0"/>
              <a:t>не более одного раза </a:t>
            </a:r>
            <a:r>
              <a:rPr lang="ru-RU" dirty="0"/>
              <a:t>(некоторые системные процессы при работе вычислительной системы не завершаются никогда). </a:t>
            </a:r>
          </a:p>
          <a:p>
            <a:pPr algn="ctr"/>
            <a:r>
              <a:rPr lang="ru-RU" dirty="0">
                <a:highlight>
                  <a:srgbClr val="FFFF00"/>
                </a:highlight>
              </a:rPr>
              <a:t>Одноразовые операции </a:t>
            </a:r>
            <a:r>
              <a:rPr lang="ru-RU" dirty="0"/>
              <a:t>приводят к </a:t>
            </a:r>
            <a:r>
              <a:rPr lang="ru-RU" b="1" dirty="0"/>
              <a:t>изменению количества процессов</a:t>
            </a:r>
            <a:r>
              <a:rPr lang="ru-RU" dirty="0"/>
              <a:t>, находящихся под управлением операционной системы и </a:t>
            </a:r>
            <a:r>
              <a:rPr lang="ru-RU" b="1" dirty="0"/>
              <a:t>всегда связаны с выделением или освобождением определенных ресурсов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0190DD-68A5-D9B8-0F67-5ABEC435013C}"/>
              </a:ext>
            </a:extLst>
          </p:cNvPr>
          <p:cNvSpPr txBox="1"/>
          <p:nvPr/>
        </p:nvSpPr>
        <p:spPr>
          <a:xfrm>
            <a:off x="7037697" y="2047373"/>
            <a:ext cx="422807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highlight>
                  <a:srgbClr val="FFFF00"/>
                </a:highlight>
              </a:rPr>
              <a:t>Многоразовые</a:t>
            </a:r>
            <a:r>
              <a:rPr lang="ru-RU" dirty="0"/>
              <a:t> операции </a:t>
            </a:r>
            <a:r>
              <a:rPr lang="ru-RU" b="1" dirty="0"/>
              <a:t>не приводят к изменению количества процессов </a:t>
            </a:r>
            <a:r>
              <a:rPr lang="ru-RU" dirty="0"/>
              <a:t>в операционной системе и </a:t>
            </a:r>
            <a:r>
              <a:rPr lang="ru-RU" b="1" dirty="0"/>
              <a:t>не обязаны быть связанными с выделением или освобождением ресурсов.</a:t>
            </a:r>
          </a:p>
          <a:p>
            <a:pPr algn="ctr"/>
            <a:r>
              <a:rPr lang="ru-RU" dirty="0">
                <a:highlight>
                  <a:srgbClr val="FFFF00"/>
                </a:highlight>
              </a:rPr>
              <a:t>Примеры многоразовых операций: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ru-RU" dirty="0"/>
              <a:t>Запуск процесса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ru-RU" dirty="0"/>
              <a:t>Приостановка процесса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ru-RU" dirty="0"/>
              <a:t>Блокирование процесса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ru-RU" dirty="0"/>
              <a:t>Разблокирование процесса</a:t>
            </a:r>
          </a:p>
          <a:p>
            <a:pPr algn="ctr"/>
            <a:endParaRPr lang="ru-RU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53008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6" grpId="0"/>
      <p:bldP spid="86" grpId="0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10">
            <a:extLst>
              <a:ext uri="{FF2B5EF4-FFF2-40B4-BE49-F238E27FC236}">
                <a16:creationId xmlns:a16="http://schemas.microsoft.com/office/drawing/2014/main" id="{9E1457D7-D2E8-8047-BC32-29994C0CD7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35781" y="494023"/>
            <a:ext cx="11120438" cy="128464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sz="4000" b="0" dirty="0"/>
              <a:t>ОДНОРАЗОВАЯ ОПЕРАЦИЯ →</a:t>
            </a:r>
            <a:r>
              <a:rPr lang="en-US" sz="4000" b="0" dirty="0"/>
              <a:t> </a:t>
            </a:r>
            <a:r>
              <a:rPr lang="ru-RU" sz="4000" b="0" dirty="0"/>
              <a:t>СОЗДАНИЕ ПРОЦЕССА</a:t>
            </a:r>
          </a:p>
        </p:txBody>
      </p:sp>
      <p:sp>
        <p:nvSpPr>
          <p:cNvPr id="9" name="Title 10">
            <a:extLst>
              <a:ext uri="{FF2B5EF4-FFF2-40B4-BE49-F238E27FC236}">
                <a16:creationId xmlns:a16="http://schemas.microsoft.com/office/drawing/2014/main" id="{9E1457D7-D2E8-8047-BC32-29994C0CD734}"/>
              </a:ext>
            </a:extLst>
          </p:cNvPr>
          <p:cNvSpPr txBox="1">
            <a:spLocks/>
          </p:cNvSpPr>
          <p:nvPr/>
        </p:nvSpPr>
        <p:spPr>
          <a:xfrm>
            <a:off x="1071562" y="2052186"/>
            <a:ext cx="9401364" cy="718384"/>
          </a:xfrm>
          <a:prstGeom prst="rect">
            <a:avLst/>
          </a:prstGeom>
        </p:spPr>
        <p:txBody>
          <a:bodyPr lIns="0" tIns="0" rIns="180000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i="0" kern="1200">
                <a:solidFill>
                  <a:schemeClr val="tx2"/>
                </a:solidFill>
                <a:latin typeface="Montserrat Black" pitchFamily="2" charset="0"/>
                <a:ea typeface="+mj-ea"/>
                <a:cs typeface="+mj-cs"/>
              </a:defRPr>
            </a:lvl1pPr>
          </a:lstStyle>
          <a:p>
            <a:endParaRPr lang="ru-RU" sz="2000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6E6C88-EB2C-3A3E-FEB7-2968FB1C0A9A}"/>
              </a:ext>
            </a:extLst>
          </p:cNvPr>
          <p:cNvSpPr txBox="1"/>
          <p:nvPr/>
        </p:nvSpPr>
        <p:spPr>
          <a:xfrm>
            <a:off x="1124513" y="1934713"/>
            <a:ext cx="1023858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Сложный </a:t>
            </a:r>
            <a:r>
              <a:rPr lang="ru-RU" sz="2000" b="1" dirty="0"/>
              <a:t>жизненный путь</a:t>
            </a:r>
            <a:r>
              <a:rPr lang="ru-RU" sz="2000" dirty="0"/>
              <a:t> процесса начинается </a:t>
            </a:r>
            <a:r>
              <a:rPr lang="ru-RU" sz="2000" b="1" dirty="0"/>
              <a:t>с его рождения. </a:t>
            </a:r>
          </a:p>
          <a:p>
            <a:endParaRPr lang="ru-RU" sz="2000" b="1" dirty="0"/>
          </a:p>
          <a:p>
            <a:r>
              <a:rPr lang="ru-RU" sz="2000" dirty="0"/>
              <a:t>В </a:t>
            </a:r>
            <a:r>
              <a:rPr lang="ru-RU" sz="2000" b="1" dirty="0"/>
              <a:t>простых системах </a:t>
            </a:r>
            <a:r>
              <a:rPr lang="ru-RU" sz="2000" dirty="0"/>
              <a:t>все процессы могут порождаться </a:t>
            </a:r>
            <a:r>
              <a:rPr lang="ru-RU" sz="2000" b="1" dirty="0"/>
              <a:t>на этапе старта </a:t>
            </a:r>
            <a:r>
              <a:rPr lang="ru-RU" sz="2000" dirty="0"/>
              <a:t>системы, в более </a:t>
            </a:r>
            <a:r>
              <a:rPr lang="ru-RU" sz="2000" b="1" dirty="0"/>
              <a:t>сложных системах </a:t>
            </a:r>
            <a:r>
              <a:rPr lang="ru-RU" sz="2000" dirty="0"/>
              <a:t>– создаваться </a:t>
            </a:r>
            <a:r>
              <a:rPr lang="ru-RU" sz="2000" b="1" dirty="0"/>
              <a:t>динамически</a:t>
            </a:r>
            <a:r>
              <a:rPr lang="ru-RU" sz="2000" dirty="0"/>
              <a:t> по мере необходимости. </a:t>
            </a:r>
          </a:p>
          <a:p>
            <a:endParaRPr lang="ru-RU" sz="2000" dirty="0"/>
          </a:p>
          <a:p>
            <a:r>
              <a:rPr lang="ru-RU" sz="2000" b="1" dirty="0"/>
              <a:t>Инициатором</a:t>
            </a:r>
            <a:r>
              <a:rPr lang="ru-RU" sz="2000" dirty="0"/>
              <a:t> рождения процесса после старта операционной системы может быть </a:t>
            </a:r>
            <a:r>
              <a:rPr lang="ru-RU" sz="2000" b="1" dirty="0"/>
              <a:t>процесс пользователя</a:t>
            </a:r>
            <a:r>
              <a:rPr lang="ru-RU" sz="2000" dirty="0"/>
              <a:t>, совершивший специальный системный вызов, либо </a:t>
            </a:r>
            <a:r>
              <a:rPr lang="ru-RU" sz="2000" b="1" dirty="0"/>
              <a:t>процесс</a:t>
            </a:r>
            <a:r>
              <a:rPr lang="ru-RU" sz="2000" dirty="0"/>
              <a:t> созданный </a:t>
            </a:r>
            <a:r>
              <a:rPr lang="ru-RU" sz="2000" b="1" dirty="0"/>
              <a:t>самой операционной системой</a:t>
            </a:r>
            <a:r>
              <a:rPr lang="ru-RU" sz="2000" dirty="0"/>
              <a:t>. </a:t>
            </a:r>
          </a:p>
          <a:p>
            <a:endParaRPr lang="ru-RU" sz="2000" dirty="0"/>
          </a:p>
          <a:p>
            <a:r>
              <a:rPr lang="ru-RU" sz="2000" dirty="0"/>
              <a:t>Процесс, </a:t>
            </a:r>
            <a:r>
              <a:rPr lang="ru-RU" sz="2000" b="1" dirty="0"/>
              <a:t>создавший новый процесс</a:t>
            </a:r>
            <a:r>
              <a:rPr lang="ru-RU" sz="2000" dirty="0"/>
              <a:t>, называют процессом </a:t>
            </a:r>
            <a:r>
              <a:rPr lang="ru-RU" sz="2000" b="1" dirty="0"/>
              <a:t>родителем</a:t>
            </a:r>
            <a:r>
              <a:rPr lang="ru-RU" sz="2000" dirty="0"/>
              <a:t>, а </a:t>
            </a:r>
            <a:r>
              <a:rPr lang="ru-RU" sz="2000" b="1" dirty="0"/>
              <a:t>созданный</a:t>
            </a:r>
            <a:r>
              <a:rPr lang="ru-RU" sz="2000" dirty="0"/>
              <a:t> процесс – </a:t>
            </a:r>
            <a:r>
              <a:rPr lang="ru-RU" sz="2000" b="1" dirty="0"/>
              <a:t>потомком</a:t>
            </a:r>
            <a:r>
              <a:rPr lang="ru-RU" sz="2000" dirty="0"/>
              <a:t> (дочерним процессом или ребенком).</a:t>
            </a:r>
          </a:p>
        </p:txBody>
      </p:sp>
    </p:spTree>
    <p:extLst>
      <p:ext uri="{BB962C8B-B14F-4D97-AF65-F5344CB8AC3E}">
        <p14:creationId xmlns:p14="http://schemas.microsoft.com/office/powerpoint/2010/main" val="2417927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>
            <a:extLst>
              <a:ext uri="{FF2B5EF4-FFF2-40B4-BE49-F238E27FC236}">
                <a16:creationId xmlns:a16="http://schemas.microsoft.com/office/drawing/2014/main" id="{DFBB958E-3825-3DA8-3AF5-D6C019F8AC65}"/>
              </a:ext>
            </a:extLst>
          </p:cNvPr>
          <p:cNvSpPr txBox="1">
            <a:spLocks/>
          </p:cNvSpPr>
          <p:nvPr/>
        </p:nvSpPr>
        <p:spPr>
          <a:xfrm>
            <a:off x="535780" y="658713"/>
            <a:ext cx="11120438" cy="1925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/>
              <a:t>Выделяют </a:t>
            </a:r>
            <a:r>
              <a:rPr lang="ru-RU" sz="4000" dirty="0">
                <a:highlight>
                  <a:srgbClr val="FFFF00"/>
                </a:highlight>
              </a:rPr>
              <a:t>четыре</a:t>
            </a:r>
            <a:r>
              <a:rPr lang="ru-RU" sz="4000" dirty="0"/>
              <a:t> основных события, которые приводят к созданию новых процессов: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11D95-418E-584C-0CE5-4B436217A8C4}"/>
              </a:ext>
            </a:extLst>
          </p:cNvPr>
          <p:cNvSpPr txBox="1"/>
          <p:nvPr/>
        </p:nvSpPr>
        <p:spPr>
          <a:xfrm>
            <a:off x="1935715" y="2681846"/>
            <a:ext cx="832056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ru-RU" sz="2000" dirty="0"/>
              <a:t>загрузка (инициализация) системы;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ru-RU" sz="2000" dirty="0"/>
              <a:t>-выполнение работающим процессом системного запроса на создание процесса;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ru-RU" sz="2000" dirty="0"/>
              <a:t>запрос пользователя на создание процесса;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ru-RU" sz="2000" dirty="0"/>
              <a:t>инициирование пакетного задания.</a:t>
            </a:r>
          </a:p>
        </p:txBody>
      </p:sp>
    </p:spTree>
    <p:extLst>
      <p:ext uri="{BB962C8B-B14F-4D97-AF65-F5344CB8AC3E}">
        <p14:creationId xmlns:p14="http://schemas.microsoft.com/office/powerpoint/2010/main" val="720263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>
            <a:extLst>
              <a:ext uri="{FF2B5EF4-FFF2-40B4-BE49-F238E27FC236}">
                <a16:creationId xmlns:a16="http://schemas.microsoft.com/office/drawing/2014/main" id="{2A14B8ED-E81C-34AE-A244-D11B905DD691}"/>
              </a:ext>
            </a:extLst>
          </p:cNvPr>
          <p:cNvSpPr txBox="1">
            <a:spLocks/>
          </p:cNvSpPr>
          <p:nvPr/>
        </p:nvSpPr>
        <p:spPr>
          <a:xfrm>
            <a:off x="446570" y="541997"/>
            <a:ext cx="11120438" cy="12846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/>
              <a:t>ПЕРЕКЛЮЧЕНИЕ КОНТЕКСТА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8FA48-CA4D-847C-13D7-7786A7E13DAB}"/>
              </a:ext>
            </a:extLst>
          </p:cNvPr>
          <p:cNvSpPr txBox="1"/>
          <p:nvPr/>
        </p:nvSpPr>
        <p:spPr>
          <a:xfrm>
            <a:off x="1110524" y="1490008"/>
            <a:ext cx="1018566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Операции</a:t>
            </a:r>
            <a:r>
              <a:rPr lang="ru-RU" sz="2000" dirty="0"/>
              <a:t> над </a:t>
            </a:r>
            <a:r>
              <a:rPr lang="ru-RU" sz="2000" dirty="0">
                <a:highlight>
                  <a:srgbClr val="FFFF00"/>
                </a:highlight>
              </a:rPr>
              <a:t>процессами</a:t>
            </a:r>
            <a:r>
              <a:rPr lang="ru-RU" sz="2000" dirty="0"/>
              <a:t> </a:t>
            </a:r>
            <a:r>
              <a:rPr lang="ru-RU" sz="2000" b="1" dirty="0"/>
              <a:t>не происходят изолированно</a:t>
            </a:r>
            <a:r>
              <a:rPr lang="ru-RU" sz="2000" dirty="0"/>
              <a:t>, независимо друг от друга.  </a:t>
            </a:r>
          </a:p>
          <a:p>
            <a:pPr algn="ctr"/>
            <a:r>
              <a:rPr lang="ru-RU" sz="2000" dirty="0"/>
              <a:t>Деятельность мультипрограммной операционной системы состоит из </a:t>
            </a:r>
            <a:r>
              <a:rPr lang="ru-RU" sz="2000" b="1" dirty="0"/>
              <a:t>цепочек операций</a:t>
            </a:r>
            <a:r>
              <a:rPr lang="ru-RU" sz="2000" dirty="0"/>
              <a:t>, выполняемых над различными </a:t>
            </a:r>
            <a:r>
              <a:rPr lang="ru-RU" sz="2000" dirty="0">
                <a:highlight>
                  <a:srgbClr val="FFFF00"/>
                </a:highlight>
              </a:rPr>
              <a:t>процессами</a:t>
            </a:r>
            <a:r>
              <a:rPr lang="ru-RU" sz="2000" dirty="0"/>
              <a:t>, и сопровождается </a:t>
            </a:r>
            <a:r>
              <a:rPr lang="ru-RU" sz="2000" b="1" dirty="0"/>
              <a:t>переключением</a:t>
            </a:r>
            <a:r>
              <a:rPr lang="ru-RU" sz="2000" dirty="0"/>
              <a:t> </a:t>
            </a:r>
            <a:r>
              <a:rPr lang="ru-RU" sz="2000" dirty="0">
                <a:highlight>
                  <a:srgbClr val="FFFF00"/>
                </a:highlight>
              </a:rPr>
              <a:t>процессора с одного процесса на другой</a:t>
            </a:r>
            <a:r>
              <a:rPr lang="ru-RU" sz="2000" dirty="0"/>
              <a:t>.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Для корректного переключения </a:t>
            </a:r>
            <a:r>
              <a:rPr lang="ru-RU" sz="2000" b="1" dirty="0"/>
              <a:t>процессора</a:t>
            </a:r>
            <a:r>
              <a:rPr lang="ru-RU" sz="2000" dirty="0"/>
              <a:t> с </a:t>
            </a:r>
            <a:r>
              <a:rPr lang="ru-RU" sz="2000" dirty="0">
                <a:highlight>
                  <a:srgbClr val="FFFF00"/>
                </a:highlight>
              </a:rPr>
              <a:t>одного процесса на другой </a:t>
            </a:r>
            <a:r>
              <a:rPr lang="ru-RU" sz="2000" dirty="0"/>
              <a:t>необходимо </a:t>
            </a:r>
            <a:r>
              <a:rPr lang="ru-RU" sz="2000" b="1" dirty="0"/>
              <a:t>сохранить контекст </a:t>
            </a:r>
            <a:r>
              <a:rPr lang="ru-RU" sz="2000" dirty="0"/>
              <a:t>исполнявшегося процесса и </a:t>
            </a:r>
            <a:r>
              <a:rPr lang="ru-RU" sz="2000" b="1" dirty="0"/>
              <a:t>восстановить</a:t>
            </a:r>
            <a:r>
              <a:rPr lang="ru-RU" sz="2000" dirty="0"/>
              <a:t> контекст процесса, на который будет переключен процессор. Такая процедура </a:t>
            </a:r>
            <a:r>
              <a:rPr lang="ru-RU" sz="2000" b="1" dirty="0"/>
              <a:t>сохранения/восстановления </a:t>
            </a:r>
            <a:r>
              <a:rPr lang="ru-RU" sz="2000" dirty="0"/>
              <a:t>работоспособности </a:t>
            </a:r>
            <a:r>
              <a:rPr lang="ru-RU" sz="2000" dirty="0">
                <a:highlight>
                  <a:srgbClr val="FFFF00"/>
                </a:highlight>
              </a:rPr>
              <a:t>процессов</a:t>
            </a:r>
            <a:r>
              <a:rPr lang="ru-RU" sz="2000" dirty="0"/>
              <a:t> называется </a:t>
            </a:r>
            <a:r>
              <a:rPr lang="ru-RU" sz="2000" b="1" dirty="0"/>
              <a:t>переключением контекста</a:t>
            </a:r>
            <a:r>
              <a:rPr lang="ru-RU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8018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>
            <a:extLst>
              <a:ext uri="{FF2B5EF4-FFF2-40B4-BE49-F238E27FC236}">
                <a16:creationId xmlns:a16="http://schemas.microsoft.com/office/drawing/2014/main" id="{BECA9BF6-8F4E-0015-900B-1262974AF279}"/>
              </a:ext>
            </a:extLst>
          </p:cNvPr>
          <p:cNvSpPr txBox="1">
            <a:spLocks/>
          </p:cNvSpPr>
          <p:nvPr/>
        </p:nvSpPr>
        <p:spPr>
          <a:xfrm>
            <a:off x="535781" y="2627275"/>
            <a:ext cx="11120438" cy="12846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50799465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PARMA TG">
      <a:dk1>
        <a:srgbClr val="293240"/>
      </a:dk1>
      <a:lt1>
        <a:srgbClr val="FFFFFF"/>
      </a:lt1>
      <a:dk2>
        <a:srgbClr val="0F2232"/>
      </a:dk2>
      <a:lt2>
        <a:srgbClr val="E9ECEE"/>
      </a:lt2>
      <a:accent1>
        <a:srgbClr val="FF0000"/>
      </a:accent1>
      <a:accent2>
        <a:srgbClr val="FFB136"/>
      </a:accent2>
      <a:accent3>
        <a:srgbClr val="FF750A"/>
      </a:accent3>
      <a:accent4>
        <a:srgbClr val="4EBEA8"/>
      </a:accent4>
      <a:accent5>
        <a:srgbClr val="579CBA"/>
      </a:accent5>
      <a:accent6>
        <a:srgbClr val="8D84B1"/>
      </a:accent6>
      <a:hlink>
        <a:srgbClr val="016793"/>
      </a:hlink>
      <a:folHlink>
        <a:srgbClr val="1A82A7"/>
      </a:folHlink>
    </a:clrScheme>
    <a:fontScheme name="Montserrat">
      <a:majorFont>
        <a:latin typeface="Montserrat Black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65029</TotalTime>
  <Words>1090</Words>
  <Application>Microsoft Office PowerPoint</Application>
  <PresentationFormat>Широкоэкранный</PresentationFormat>
  <Paragraphs>90</Paragraphs>
  <Slides>13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3" baseType="lpstr">
      <vt:lpstr>Montserrat Black</vt:lpstr>
      <vt:lpstr>Montserrat SemiBold</vt:lpstr>
      <vt:lpstr>Calibri</vt:lpstr>
      <vt:lpstr>Montserrat</vt:lpstr>
      <vt:lpstr>Montserrat Medium</vt:lpstr>
      <vt:lpstr>lucida grande</vt:lpstr>
      <vt:lpstr>Arial</vt:lpstr>
      <vt:lpstr>Montserrat Light</vt:lpstr>
      <vt:lpstr>Courier New</vt:lpstr>
      <vt:lpstr>1_Тема Office</vt:lpstr>
      <vt:lpstr>Понятие процесса. Состояние процессов. Операции над процессами (одноразовые и многоразовые)</vt:lpstr>
      <vt:lpstr>ПОНЯТИЕ ПРОЦЕССА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ОДНОРАЗОВЫЕ И МНОГОРАЗОВЫЕ ОПЕРАЦИИ</vt:lpstr>
      <vt:lpstr>ОДНОРАЗОВАЯ ОПЕРАЦИЯ → СОЗДАНИЕ ПРОЦЕССА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Slizh, Iuliia S.</dc:creator>
  <cp:lastModifiedBy>Анастасия Злобина</cp:lastModifiedBy>
  <cp:revision>1402</cp:revision>
  <cp:lastPrinted>2020-11-12T14:44:27Z</cp:lastPrinted>
  <dcterms:created xsi:type="dcterms:W3CDTF">2020-06-19T10:08:30Z</dcterms:created>
  <dcterms:modified xsi:type="dcterms:W3CDTF">2024-01-18T06:23:37Z</dcterms:modified>
</cp:coreProperties>
</file>